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70" r:id="rId4"/>
  </p:sldMasterIdLst>
  <p:notesMasterIdLst>
    <p:notesMasterId r:id="rId5"/>
  </p:notesMasterIdLst>
  <p:sldIdLst>
    <p:sldId id="256" r:id="rId6"/>
    <p:sldId id="257" r:id="rId7"/>
    <p:sldId id="258" r:id="rId8"/>
  </p:sldIdLst>
  <p:sldSz cy="10287000" cx="18288000"/>
  <p:notesSz cx="18288000" cy="10287000"/>
  <p:embeddedFontLst>
    <p:embeddedFont>
      <p:font typeface="Poppins"/>
      <p:regular r:id="rId9"/>
      <p:bold r:id="rId10"/>
      <p:italic r:id="rId11"/>
      <p:boldItalic r:id="rId12"/>
    </p:embeddedFont>
    <p:embeddedFont>
      <p:font typeface="Inter"/>
      <p:regular r:id="rId13"/>
      <p:bold r:id="rId14"/>
      <p:italic r:id="rId15"/>
      <p:boldItalic r:id="rId16"/>
    </p:embeddedFont>
    <p:embeddedFont>
      <p:font typeface="Jost"/>
      <p:regular r:id="rId17"/>
      <p:bold r:id="rId18"/>
      <p:italic r:id="rId19"/>
      <p:boldItalic r:id="rId20"/>
    </p:embeddedFont>
    <p:embeddedFont>
      <p:font typeface="Poppins Light"/>
      <p:regular r:id="rId21"/>
      <p:bold r:id="rId22"/>
      <p:italic r:id="rId23"/>
      <p:boldItalic r:id="rId24"/>
    </p:embeddedFont>
    <p:embeddedFont>
      <p:font typeface="Urbanist SemiBold"/>
      <p:regular r:id="rId25"/>
      <p:bold r:id="rId26"/>
      <p:italic r:id="rId27"/>
      <p:boldItalic r:id="rId28"/>
    </p:embeddedFont>
    <p:embeddedFont>
      <p:font typeface="Urbanis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31" Type="http://schemas.openxmlformats.org/officeDocument/2006/relationships/font" Target="fonts/Urbanist-italic.fntdata"/><Relationship Id="rId30" Type="http://schemas.openxmlformats.org/officeDocument/2006/relationships/font" Target="fonts/Urbanist-bold.fntdata"/><Relationship Id="rId32" Type="http://schemas.openxmlformats.org/officeDocument/2006/relationships/font" Target="fonts/Urbanist-boldItalic.fntdata"/><Relationship Id="rId20" Type="http://schemas.openxmlformats.org/officeDocument/2006/relationships/font" Target="fonts/Jost-boldItalic.fntdata"/><Relationship Id="rId22" Type="http://schemas.openxmlformats.org/officeDocument/2006/relationships/font" Target="fonts/PoppinsLight-bold.fntdata"/><Relationship Id="rId21" Type="http://schemas.openxmlformats.org/officeDocument/2006/relationships/font" Target="fonts/PoppinsLight-regular.fntdata"/><Relationship Id="rId24" Type="http://schemas.openxmlformats.org/officeDocument/2006/relationships/font" Target="fonts/PoppinsLight-boldItalic.fntdata"/><Relationship Id="rId23" Type="http://schemas.openxmlformats.org/officeDocument/2006/relationships/font" Target="fonts/PoppinsLight-italic.fntdata"/><Relationship Id="rId26" Type="http://schemas.openxmlformats.org/officeDocument/2006/relationships/font" Target="fonts/UrbanistSemiBold-bold.fntdata"/><Relationship Id="rId25" Type="http://schemas.openxmlformats.org/officeDocument/2006/relationships/font" Target="fonts/UrbanistSemiBold-regular.fntdata"/><Relationship Id="rId28" Type="http://schemas.openxmlformats.org/officeDocument/2006/relationships/font" Target="fonts/UrbanistSemiBold-boldItalic.fntdata"/><Relationship Id="rId27" Type="http://schemas.openxmlformats.org/officeDocument/2006/relationships/font" Target="fonts/UrbanistSemiBold-italic.fntdata"/><Relationship Id="rId29" Type="http://schemas.openxmlformats.org/officeDocument/2006/relationships/font" Target="fonts/Urbanist-regular.fntdata"/><Relationship Id="rId11" Type="http://schemas.openxmlformats.org/officeDocument/2006/relationships/font" Target="fonts/Poppins-italic.fntdata"/><Relationship Id="rId10" Type="http://schemas.openxmlformats.org/officeDocument/2006/relationships/font" Target="fonts/Poppins-bold.fntdata"/><Relationship Id="rId13" Type="http://schemas.openxmlformats.org/officeDocument/2006/relationships/font" Target="fonts/Inter-regular.fntdata"/><Relationship Id="rId12" Type="http://schemas.openxmlformats.org/officeDocument/2006/relationships/font" Target="fonts/Poppins-boldItalic.fntdata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7" Type="http://schemas.openxmlformats.org/officeDocument/2006/relationships/font" Target="fonts/Jost-regular.fntdata"/><Relationship Id="rId16" Type="http://schemas.openxmlformats.org/officeDocument/2006/relationships/font" Target="fonts/Inter-boldItalic.fntdata"/><Relationship Id="rId19" Type="http://schemas.openxmlformats.org/officeDocument/2006/relationships/font" Target="fonts/Jost-italic.fntdata"/><Relationship Id="rId18" Type="http://schemas.openxmlformats.org/officeDocument/2006/relationships/font" Target="fonts/Jos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oppi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83761c3fb5_0_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83761c3fb5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83761c3fb5_0_5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83761c3fb5_0_5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83761c3fb5_0_16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83761c3fb5_0_16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7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7.png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image" Target="../media/image3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8.png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image" Target="../media/image3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4.png"/><Relationship Id="rId3" Type="http://schemas.openxmlformats.org/officeDocument/2006/relationships/image" Target="../media/image30.png"/><Relationship Id="rId4" Type="http://schemas.openxmlformats.org/officeDocument/2006/relationships/image" Target="../media/image36.png"/><Relationship Id="rId5" Type="http://schemas.openxmlformats.org/officeDocument/2006/relationships/image" Target="../media/image32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9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0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1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9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2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4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6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5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1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8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3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3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2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9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7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0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9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5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3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6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8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0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4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5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1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6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7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9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3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3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2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6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5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9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0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7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4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5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2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3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1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6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8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7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ntitled 1" showMasterSp="0">
  <p:cSld name="OBJECT_1">
    <p:bg>
      <p:bgPr>
        <a:solidFill>
          <a:srgbClr val="003BDE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13167361" y="9566910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ntitled 2">
  <p:cSld name="CUSTOM_4">
    <p:bg>
      <p:bgPr>
        <a:solidFill>
          <a:srgbClr val="42424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ntitled 3">
  <p:cSld name="CUSTOM_5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GMAR 1">
  <p:cSld name="CUSTOM_3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19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GMAR 1 1">
  <p:cSld name="CUSTOM_3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6"/>
          <p:cNvPicPr preferRelativeResize="0"/>
          <p:nvPr/>
        </p:nvPicPr>
        <p:blipFill rotWithShape="1">
          <a:blip r:embed="rId2">
            <a:alphaModFix/>
          </a:blip>
          <a:srcRect b="0" l="50035" r="0" t="0"/>
          <a:stretch/>
        </p:blipFill>
        <p:spPr>
          <a:xfrm>
            <a:off x="9150397" y="0"/>
            <a:ext cx="9137626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000" y="565375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664" y="9536777"/>
            <a:ext cx="1712250" cy="24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GMAR 2" showMasterSp="0">
  <p:cSld name="OBJECT_1_1_1_1_1_1_1_1_1"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/>
        </p:nvSpPr>
        <p:spPr>
          <a:xfrm>
            <a:off x="14917900" y="9528850"/>
            <a:ext cx="267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3C17"/>
                </a:solidFill>
                <a:latin typeface="Poppins Light"/>
                <a:ea typeface="Poppins Light"/>
                <a:cs typeface="Poppins Light"/>
                <a:sym typeface="Poppins Light"/>
              </a:rPr>
              <a:t>#JadiYangKamuMau</a:t>
            </a:r>
            <a:endParaRPr sz="1600">
              <a:solidFill>
                <a:srgbClr val="023C1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9" name="Google Shape;19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GMAR 3" showMasterSp="0">
  <p:cSld name="Title and Content">
    <p:bg>
      <p:bgPr>
        <a:gradFill>
          <a:gsLst>
            <a:gs pos="0">
              <a:srgbClr val="DFE9FB"/>
            </a:gs>
            <a:gs pos="100000">
              <a:srgbClr val="6E9BE7"/>
            </a:gs>
          </a:gsLst>
          <a:lin ang="5400012" scaled="0"/>
        </a:gra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/>
          <p:nvPr>
            <p:ph idx="12" type="sldNum"/>
          </p:nvPr>
        </p:nvSpPr>
        <p:spPr>
          <a:xfrm>
            <a:off x="13167361" y="9566910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" name="Google Shape;2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6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GMAR 4" showMasterSp="0">
  <p:cSld name="OBJECT_1_1">
    <p:bg>
      <p:bgPr>
        <a:gradFill>
          <a:gsLst>
            <a:gs pos="0">
              <a:srgbClr val="EF2547"/>
            </a:gs>
            <a:gs pos="100000">
              <a:srgbClr val="EF2547"/>
            </a:gs>
          </a:gsLst>
          <a:lin ang="5400012" scaled="0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idx="12" type="sldNum"/>
          </p:nvPr>
        </p:nvSpPr>
        <p:spPr>
          <a:xfrm>
            <a:off x="13167361" y="9566910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19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GMAR 5" showMasterSp="0">
  <p:cSld name="OBJECT_1_1_1">
    <p:bg>
      <p:bgPr>
        <a:solidFill>
          <a:srgbClr val="F75C43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/>
          <p:nvPr>
            <p:ph idx="12" type="sldNum"/>
          </p:nvPr>
        </p:nvSpPr>
        <p:spPr>
          <a:xfrm>
            <a:off x="13167361" y="9566910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" name="Google Shape;2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19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GMAR 6" showMasterSp="0">
  <p:cSld name="OBJECT_1_1_1_1">
    <p:bg>
      <p:bgPr>
        <a:solidFill>
          <a:srgbClr val="003BDE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idx="12" type="sldNum"/>
          </p:nvPr>
        </p:nvSpPr>
        <p:spPr>
          <a:xfrm>
            <a:off x="13167361" y="9566910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" name="Google Shape;3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6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GMAR 7" showMasterSp="0">
  <p:cSld name="OBJECT_1_1_1_1_1">
    <p:bg>
      <p:bgPr>
        <a:solidFill>
          <a:srgbClr val="023C17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idx="12" type="sldNum"/>
          </p:nvPr>
        </p:nvSpPr>
        <p:spPr>
          <a:xfrm>
            <a:off x="13167361" y="9566910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6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GMAR 8" showMasterSp="0">
  <p:cSld name="OBJECT_1_1_1_1_1_1">
    <p:bg>
      <p:bgPr>
        <a:solidFill>
          <a:srgbClr val="0DAD8E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 txBox="1"/>
          <p:nvPr>
            <p:ph idx="12" type="sldNum"/>
          </p:nvPr>
        </p:nvSpPr>
        <p:spPr>
          <a:xfrm>
            <a:off x="13167361" y="9566910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" name="Google Shape;3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6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GMAR 9" showMasterSp="0">
  <p:cSld name="OBJECT_1_1_1_1_1_1_1">
    <p:bg>
      <p:bgPr>
        <a:solidFill>
          <a:srgbClr val="22212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13167361" y="9566910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" name="Google Shape;4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GMAR 10" showMasterSp="0">
  <p:cSld name="OBJECT_1_1_1_1_1_1_1_1_2"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5"/>
          <p:cNvSpPr txBox="1"/>
          <p:nvPr/>
        </p:nvSpPr>
        <p:spPr>
          <a:xfrm>
            <a:off x="14917900" y="9528850"/>
            <a:ext cx="267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3C17"/>
                </a:solidFill>
                <a:latin typeface="Poppins Light"/>
                <a:ea typeface="Poppins Light"/>
                <a:cs typeface="Poppins Light"/>
                <a:sym typeface="Poppins Light"/>
              </a:rPr>
              <a:t>#JadiYangKamuMau</a:t>
            </a:r>
            <a:endParaRPr sz="1600">
              <a:solidFill>
                <a:srgbClr val="023C1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3" name="Google Shape;43;p15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44" name="Google Shape;4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6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GMAR 11" showMasterSp="0">
  <p:cSld name="OBJECT_1_1_1_1_1_1_1_1_1_1"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/>
        </p:nvSpPr>
        <p:spPr>
          <a:xfrm>
            <a:off x="14917900" y="9528850"/>
            <a:ext cx="267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3C17"/>
                </a:solidFill>
                <a:latin typeface="Poppins Light"/>
                <a:ea typeface="Poppins Light"/>
                <a:cs typeface="Poppins Light"/>
                <a:sym typeface="Poppins Light"/>
              </a:rPr>
              <a:t>#JadiYangKamuMau</a:t>
            </a:r>
            <a:endParaRPr sz="1600">
              <a:solidFill>
                <a:srgbClr val="023C1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7" name="Google Shape;47;p16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48" name="Google Shape;4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6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GMAR 12" showMasterSp="0">
  <p:cSld name="9_Title Only"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5143500" w="9144000">
                <a:moveTo>
                  <a:pt x="0" y="0"/>
                </a:moveTo>
                <a:lnTo>
                  <a:pt x="9143981" y="0"/>
                </a:lnTo>
                <a:lnTo>
                  <a:pt x="9143981" y="5143489"/>
                </a:lnTo>
                <a:lnTo>
                  <a:pt x="0" y="5143489"/>
                </a:lnTo>
                <a:lnTo>
                  <a:pt x="0" y="0"/>
                </a:lnTo>
                <a:close/>
              </a:path>
            </a:pathLst>
          </a:custGeom>
          <a:solidFill>
            <a:srgbClr val="023C1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" name="Google Shape;51;p17"/>
          <p:cNvSpPr txBox="1"/>
          <p:nvPr>
            <p:ph idx="12" type="sldNum"/>
          </p:nvPr>
        </p:nvSpPr>
        <p:spPr>
          <a:xfrm>
            <a:off x="17311334" y="9665950"/>
            <a:ext cx="40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508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2" name="Google Shape;5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GMAR 13">
  <p:cSld name="CUSTOM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GMAR 14">
  <p:cSld name="CUSTOM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GMAR 15">
  <p:cSld name="CUSTOM_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GMAR 16">
  <p:cSld name="CUSTOM_2_2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GMAR 17">
  <p:cSld name="CUSTOM_2_2_2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GMAR 18">
  <p:cSld name="CUSTOM_2_2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GMAR 19">
  <p:cSld name="CUSTOM_2_2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R 1">
  <p:cSld name="CUSTOM_2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R 2">
  <p:cSld name="CUSTOM_2_1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R 3">
  <p:cSld name="CUSTOM_2_1_1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R 4">
  <p:cSld name="CUSTOM_2_1_1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R 1 1">
  <p:cSld name="CUSTOM_3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4000" y="565375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664" y="9536777"/>
            <a:ext cx="1712250" cy="24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29"/>
          <p:cNvPicPr preferRelativeResize="0"/>
          <p:nvPr/>
        </p:nvPicPr>
        <p:blipFill rotWithShape="1">
          <a:blip r:embed="rId4">
            <a:alphaModFix/>
          </a:blip>
          <a:srcRect b="0" l="49957" r="0" t="0"/>
          <a:stretch/>
        </p:blipFill>
        <p:spPr>
          <a:xfrm>
            <a:off x="9135995" y="0"/>
            <a:ext cx="9152002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R 1 1 1">
  <p:cSld name="CUSTOM_3_1_1_2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4000" y="565375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664" y="9536777"/>
            <a:ext cx="1712250" cy="2450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0"/>
          <p:cNvSpPr/>
          <p:nvPr/>
        </p:nvSpPr>
        <p:spPr>
          <a:xfrm>
            <a:off x="9121625" y="-71925"/>
            <a:ext cx="9251100" cy="10387800"/>
          </a:xfrm>
          <a:prstGeom prst="rect">
            <a:avLst/>
          </a:prstGeom>
          <a:solidFill>
            <a:srgbClr val="004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R 4 1">
  <p:cSld name="CUSTOM_3_1_1_2_1_2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4000" y="565375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664" y="9536777"/>
            <a:ext cx="1712250" cy="2450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1"/>
          <p:cNvSpPr/>
          <p:nvPr/>
        </p:nvSpPr>
        <p:spPr>
          <a:xfrm>
            <a:off x="2388300" y="1985475"/>
            <a:ext cx="15969900" cy="8330400"/>
          </a:xfrm>
          <a:prstGeom prst="rect">
            <a:avLst/>
          </a:prstGeom>
          <a:solidFill>
            <a:srgbClr val="004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R 1 1 1 1">
  <p:cSld name="CUSTOM_3_1_1_2_1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4000" y="565375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664" y="9536777"/>
            <a:ext cx="1712250" cy="2450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2"/>
          <p:cNvSpPr/>
          <p:nvPr/>
        </p:nvSpPr>
        <p:spPr>
          <a:xfrm>
            <a:off x="9121625" y="-71925"/>
            <a:ext cx="9251100" cy="10387800"/>
          </a:xfrm>
          <a:prstGeom prst="rect">
            <a:avLst/>
          </a:prstGeom>
          <a:solidFill>
            <a:srgbClr val="0018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R 5">
  <p:cSld name="CUSTOM_2_1_1_1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R 6">
  <p:cSld name="CUSTOM_2_1_1_1_1_1_1">
    <p:bg>
      <p:bgPr>
        <a:solidFill>
          <a:srgbClr val="CADC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951000" y="329300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025" y="9579450"/>
            <a:ext cx="2552424" cy="36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R 7">
  <p:cSld name="CUSTOM_2_1_1_1_1_1_1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R 8">
  <p:cSld name="CUSTOM_2_1_1_1_1_1_1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R 9">
  <p:cSld name="CUSTOM_2_1_1_1_1_1_1_1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R 10">
  <p:cSld name="CUSTOM_2_1_1_1_1_1_1_1_1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R 11">
  <p:cSld name="CUSTOM_2_1_1_1_1_1_1_1_1_1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R 12">
  <p:cSld name="CUSTOM_2_1_1_1_1_1_1_1_1_1_1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R 13">
  <p:cSld name="CUSTOM_2_1_1_1_1_1_1_1_1_1_1_1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R 14">
  <p:cSld name="CUSTOM_2_1_1_1_1_1_1_1_1_1_1_1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R 15">
  <p:cSld name="CUSTOM_2_1_1_1_1_1_1_1_1_1_1_1_1_1_1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R 16">
  <p:cSld name="CUSTOM_2_1_1_1_1_1_1_1_1_1_1_1_1_1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R 17">
  <p:cSld name="CUSTOM_2_1_1_1_1_1_1_1_1_1_1_1_1_1_1_1_1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R 18">
  <p:cSld name="CUSTOM_2_1_1_1_1_1_1_1_1_1_1_1_1_1_1_1_1_2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R 18 1">
  <p:cSld name="CUSTOM_2_1_1_1_1_1_1_1_1_1_1_1_1_1_1_1_1_2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7"/>
          <p:cNvSpPr/>
          <p:nvPr/>
        </p:nvSpPr>
        <p:spPr>
          <a:xfrm>
            <a:off x="604275" y="345300"/>
            <a:ext cx="17049000" cy="9625200"/>
          </a:xfrm>
          <a:prstGeom prst="rect">
            <a:avLst/>
          </a:prstGeom>
          <a:solidFill>
            <a:srgbClr val="0018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R 19">
  <p:cSld name="CUSTOM_2_1_1_1_1_1_1_1_1_1_1_1_1_1_1_1_1_2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R 20">
  <p:cSld name="CUSTOM_2_1_1_1_1_1_1_1_1_1_1_1_1_1_1_1_1_2_1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SD 1">
  <p:cSld name="CUSTOM_2_1_1_1_1_1_1_1_1_1_1_1_1_1_1_1_1_1">
    <p:bg>
      <p:bgPr>
        <a:solidFill>
          <a:srgbClr val="001849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003100" y="324700"/>
            <a:ext cx="883424" cy="88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9325" y="9706375"/>
            <a:ext cx="3050449" cy="35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312" y="9579450"/>
            <a:ext cx="2569857" cy="36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ace BG">
  <p:cSld name="CUSTOM_2_1_1_1_1_1_1_1_1_1_1_1_1_1_1_1_1_1_2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03100" y="324700"/>
            <a:ext cx="883424" cy="88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69325" y="9706375"/>
            <a:ext cx="3050449" cy="35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312" y="9579450"/>
            <a:ext cx="2569857" cy="36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ace BG 1">
  <p:cSld name="CUSTOM_2_1_1_1_1_1_1_1_1_1_1_1_1_1_1_1_1_1_2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03100" y="324700"/>
            <a:ext cx="883424" cy="88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69325" y="9706375"/>
            <a:ext cx="3050449" cy="35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312" y="9579450"/>
            <a:ext cx="2569857" cy="36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ace BG 1 1">
  <p:cSld name="CUSTOM_2_1_1_1_1_1_1_1_1_1_1_1_1_1_1_1_1_1_2_1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9325" y="9706375"/>
            <a:ext cx="3050449" cy="35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312" y="9579450"/>
            <a:ext cx="2569857" cy="36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03100" y="324700"/>
            <a:ext cx="883424" cy="882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GMAR 1 1 1 1 1 1">
  <p:cSld name="CUSTOM_3_1_1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4000" y="565375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664" y="9536777"/>
            <a:ext cx="1712250" cy="24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54"/>
          <p:cNvPicPr preferRelativeResize="0"/>
          <p:nvPr/>
        </p:nvPicPr>
        <p:blipFill rotWithShape="1">
          <a:blip r:embed="rId4">
            <a:alphaModFix/>
          </a:blip>
          <a:srcRect b="0" l="50035" r="0" t="0"/>
          <a:stretch/>
        </p:blipFill>
        <p:spPr>
          <a:xfrm>
            <a:off x="9150400" y="0"/>
            <a:ext cx="9137602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SD 2">
  <p:cSld name="CUSTOM_2_1_1_1_1_1_1_1_1_1_1_1_1_1_1_1_1_1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SD 3">
  <p:cSld name="CUSTOM_2_1_1_1_1_1_1_1_1_1_1_1_1_1_1_1_1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SD 4">
  <p:cSld name="CUSTOM_2_1_1_1_1_1_1_1_1_1_1_1_1_1_1_1_1_1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SD 5">
  <p:cSld name="CUSTOM_2_1_1_1_1_1_1_1_1_1_1_1_1_1_1_1_1_1_1_1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SD 6">
  <p:cSld name="CUSTOM_2_1_1_1_1_1_1_1_1_1_1_1_1_1_1_1_1_1_1_1_1_1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SD 7">
  <p:cSld name="CUSTOM_2_1_1_1_1_1_1_1_1_1_1_1_1_1_1_1_1_1_1_1_1_1_1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SD 8">
  <p:cSld name="CUSTOM_2_1_1_1_1_1_1_1_1_1_1_1_1_1_1_1_1_1_1_1_1_1_1_1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SD 9">
  <p:cSld name="CUSTOM_2_1_1_1_1_1_1_1_1_1_1_1_1_1_1_1_1_1_1_1_1_1_1_1_1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SD 10">
  <p:cSld name="CUSTOM_2_1_1_1_1_1_1_1_1_1_1_1_1_1_1_1_1_1_1_1_1_1_1_1_1_1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SD 11">
  <p:cSld name="CUSTOM_2_1_1_1_1_1_1_1_1_1_1_1_1_1_1_1_1_1_1_1_1_1_1_1_1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SD 12">
  <p:cSld name="CUSTOM_2_1_1_1_1_1_1_1_1_1_1_1_1_1_1_1_1_1_1_1_1_1_1_1_1_1_1_1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SD 13">
  <p:cSld name="CUSTOM_2_1_1_1_1_1_1_1_1_1_1_1_1_1_1_1_1_1_1_1_1_1_1_1_1_1_1_1_1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SD 14">
  <p:cSld name="CUSTOM_2_1_1_1_1_1_1_1_1_1_1_1_1_1_1_1_1_1_1_1_1_1_1_1_1_1_1_1_1_1_2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SD 15">
  <p:cSld name="CUSTOM_2_1_1_1_1_1_1_1_1_1_1_1_1_1_1_1_1_1_1_1_1_1_1_1_1_1_1_1_1_1_2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SD 16">
  <p:cSld name="CUSTOM_2_1_1_1_1_1_1_1_1_1_1_1_1_1_1_1_1_1_1_1_1_1_1_1_1_1_1_1_1_1_2_1_1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SD 17">
  <p:cSld name="CUSTOM_2_1_1_1_1_1_1_1_1_1_1_1_1_1_1_1_1_1_1_1_1_1_1_1_1_1_1_1_1_1_2_1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T 1">
  <p:cSld name="CUSTOM_2_1_1_1_1_1_1_1_1_1_1_1_1_1_1_1_1_1_1_1_1_1_1_1_1_1_1_1_1_1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T 2">
  <p:cSld name="CUSTOM_2_1_1_1_1_1_1_1_1_1_1_1_1_1_1_1_1_1_1_1_1_1_1_1_1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T 3">
  <p:cSld name="CUSTOM_2_1_1_1_1_1_1_1_1_1_1_1_1_1_1_1_1_1_1_1_1_1_1_1_1_1_1_1_1_1_1_1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T 4">
  <p:cSld name="CUSTOM_2_1_1_1_1_1_1_1_1_1_1_1_1_1_1_1_1_1_1_1_1_1_1_1_1_1_1_1_1_1_1_1_1_1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GMAR 1 1 1 1">
  <p:cSld name="CUSTOM_3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4000" y="565375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664" y="9536777"/>
            <a:ext cx="1712250" cy="24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75"/>
          <p:cNvPicPr preferRelativeResize="0"/>
          <p:nvPr/>
        </p:nvPicPr>
        <p:blipFill rotWithShape="1">
          <a:blip r:embed="rId4">
            <a:alphaModFix/>
          </a:blip>
          <a:srcRect b="0" l="49877" r="0" t="0"/>
          <a:stretch/>
        </p:blipFill>
        <p:spPr>
          <a:xfrm>
            <a:off x="9121620" y="0"/>
            <a:ext cx="9166373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T 5">
  <p:cSld name="CUSTOM_2_1_1_1_1_1_1_1_1_1_1_1_1_1_1_1_1_1_1_1_1_1_1_1_1_1_1_1_1_1_1_1_1_1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T 6">
  <p:cSld name="CUSTOM_2_1_1_1_1_1_1_1_1_1_1_1_1_1_1_1_1_1_1_1_1_1_1_1_1_1_1_1_1_1_1_1_1_1_1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T 7">
  <p:cSld name="CUSTOM_2_1_1_1_1_1_1_1_1_1_1_1_1_1_1_1_1_1_1_1_1_1_1_1_1_1_1_1_1_1_1_1_1_1_1_1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T 8">
  <p:cSld name="CUSTOM_2_1_1_1_1_1_1_1_1_1_1_1_1_1_1_1_1_1_1_1_1_1_1_1_1_1_1_1_1_1_1_1_1_1_1_1_1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T 9">
  <p:cSld name="CUSTOM_2_1_1_1_1_1_1_1_1_1_1_1_1_1_1_1_1_1_1_1_1_1_1_1_1_1_1_1_1_1_1_1_1_1_1_1_1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T 10">
  <p:cSld name="CUSTOM_2_1_1_1_1_1_1_1_1_1_1_1_1_1_1_1_1_1_1_1_1_1_1_1_1_1_1_1_1_1_1_1_1_1_1_1_1_1_1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T 11">
  <p:cSld name="CUSTOM_2_1_1_1_1_1_1_1_1_1_1_1_1_1_1_1_1_1_1_1_1_1_1_1_1_1_1_1_1_1_1_1_1_1_1_1_1_1_1_1_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T 12">
  <p:cSld name="CUSTOM_2_1_1_1_1_1_1_1_1_1_1_1_1_1_1_1_1_1_1_1_1_1_1_1_1_1_1_1_1_1_1_1_1_1_1_1_1_1_1_1_1_1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T 13">
  <p:cSld name="CUSTOM_2_1_1_1_1_1_1_1_1_1_1_1_1_1_1_1_1_1_1_1_1_1_1_1_1_1_1_1_1_1_1_1_1_1_1_1_1_1_1_1_1_1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T 14">
  <p:cSld name="CUSTOM_2_1_1_1_1_1_1_1_1_1_1_1_1_1_1_1_1_1_1_1_1_1_1_1_1_1_1_1_1_1_1_1_1_1_1_1_1_1_1_1_1_1_1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T 15">
  <p:cSld name="CUSTOM_2_1_1_1_1_1_1_1_1_1_1_1_1_1_1_1_1_1_1_1_1_1_1_1_1_1_1_1_1_1_1_1_1_1_1_1_1_1_1_1_1_1_1_1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T 16">
  <p:cSld name="CUSTOM_2_1_1_1_1_1_1_1_1_1_1_1_1_1_1_1_1_1_1_1_1_1_1_1_1_1_1_1_1_1_1_1_1_1_1_1_1_1_1_1_1_1_1_1_1_2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T 17">
  <p:cSld name="CUSTOM_2_1_1_1_1_1_1_1_1_1_1_1_1_1_1_1_1_1_1_1_1_1_1_1_1_1_1_1_1_1_1_1_1_1_1_1_1_1_1_1_1_1_1_1_1_2_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T 18">
  <p:cSld name="CUSTOM_2_1_1_1_1_1_1_1_1_1_1_1_1_1_1_1_1_1_1_1_1_1_1_1_1_1_1_1_1_1_1_1_1_1_1_1_1_1_1_1_1_1_1_1_1_2_1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T 19">
  <p:cSld name="CUSTOM_2_1_1_1_1_1_1_1_1_1_1_1_1_1_1_1_1_1_1_1_1_1_1_1_1_1_1_1_1_1_1_1_1_1_1_1_1_1_1_1_1_1_1_1_1_2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I/UX 1">
  <p:cSld name="CUSTOM_2_1_1_1_1_1_1_1_1_1_1_1_1_1_1_1_1_1_1_1_1_1_1_1_1_1_1_1_1_1_1_1_1_1_1_1_1_1_1_1_1_1_1_1_1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I/UX 2">
  <p:cSld name="CUSTOM_2_1_1_1_1_1_1_1_1_1_1_1_1_1_1_1_1_1_1_1_1_1_1_1_1_1_1_1_1_1_1_1_1_1_1_1_1_1_1_1_1_1_1_1_1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I/UX 3">
  <p:cSld name="CUSTOM_2_1_1_1_1_1_1_1_1_1_1_1_1_1_1_1_1_1_1_1_1_1_1_1_1_1_1_1_1_1_1_1_1_1_1_1_1_1_1_1_1_1_1_1_1_1_1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9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GMAR 1 1 1 1 1">
  <p:cSld name="CUSTOM_3_1_1_1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4000" y="565375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664" y="9536777"/>
            <a:ext cx="1712250" cy="24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94"/>
          <p:cNvPicPr preferRelativeResize="0"/>
          <p:nvPr/>
        </p:nvPicPr>
        <p:blipFill rotWithShape="1">
          <a:blip r:embed="rId4">
            <a:alphaModFix/>
          </a:blip>
          <a:srcRect b="0" l="50115" r="0" t="0"/>
          <a:stretch/>
        </p:blipFill>
        <p:spPr>
          <a:xfrm>
            <a:off x="9164770" y="0"/>
            <a:ext cx="9123226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I/UX 4">
  <p:cSld name="CUSTOM_2_1_1_1_1_1_1_1_1_1_1_1_1_1_1_1_1_1_1_1_1_1_1_1_1_1_1_1_1_1_1_1_1_1_1_1_1_1_1_1_1_1_1_1_1_1_1_1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I/UX 5">
  <p:cSld name="CUSTOM_2_1_1_1_1_1_1_1_1_1_1_1_1_1_1_1_1_1_1_1_1_1_1_1_1_1_1_1_1_1_1_1_1_1_1_1_1_1_1_1_1_1_1_1_1_1_1_1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I/UX 6">
  <p:cSld name="CUSTOM_2_1_1_1_1_1_1_1_1_1_1_1_1_1_1_1_1_1_1_1_1_1_1_1_1_1_1_1_1_1_1_1_1_1_1_1_1_1_1_1_1_1_1_1_1_1_1_1_1_1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9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I/UX 7">
  <p:cSld name="CUSTOM_2_1_1_1_1_1_1_1_1_1_1_1_1_1_1_1_1_1_1_1_1_1_1_1_1_1_1_1_1_1_1_1_1_1_1_1_1_1_1_1_1_1_1_1_1_1_1_1_1_1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I/UX 8">
  <p:cSld name="CUSTOM_2_1_1_1_1_1_1_1_1_1_1_1_1_1_1_1_1_1_1_1_1_1_1_1_1_1_1_1_1_1_1_1_1_1_1_1_1_1_1_1_1_1_1_1_1_1_1_1_1_1_1_1_1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I/UX 9">
  <p:cSld name="CUSTOM_2_1_1_1_1_1_1_1_1_1_1_1_1_1_1_1_1_1_1_1_1_1_1_1_1_1_1_1_1_1_1_1_1_1_1_1_1_1_1_1_1_1_1_1_1_1_1_1_1_1_1_1_1_1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10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I/UX 10">
  <p:cSld name="CUSTOM_2_1_1_1_1_1_1_1_1_1_1_1_1_1_1_1_1_1_1_1_1_1_1_1_1_1_1_1_1_1_1_1_1_1_1_1_1_1_1_1_1_1_1_1_1_1_1_1_1_1_1_1_1_1_1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1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I/UX 11">
  <p:cSld name="CUSTOM_2_1_1_1_1_1_1_1_1_1_1_1_1_1_1_1_1_1_1_1_1_1_1_1_1_1_1_1_1_1_1_1_1_1_1_1_1_1_1_1_1_1_1_1_1_1_1_1_1_1_1_1_1_1_1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0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I/UX 12">
  <p:cSld name="CUSTOM_2_1_1_1_1_1_1_1_1_1_1_1_1_1_1_1_1_1_1_1_1_1_1_1_1_1_1_1_1_1_1_1_1_1_1_1_1_1_1_1_1_1_1_1_1_1_1_1_1_1_1_1_1_1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1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I/UX 13">
  <p:cSld name="CUSTOM_2_1_1_1_1_1_1_1_1_1_1_1_1_1_1_1_1_1_1_1_1_1_1_1_1_1_1_1_1_1_1_1_1_1_1_1_1_1_1_1_1_1_1_1_1_1_1_1_1_1_1_1_1_1_1_1_1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I/UX 14">
  <p:cSld name="CUSTOM_2_1_1_1_1_1_1_1_1_1_1_1_1_1_1_1_1_1_1_1_1_1_1_1_1_1_1_1_1_1_1_1_1_1_1_1_1_1_1_1_1_1_1_1_1_1_1_1_1_1_1_1_1_1_1_1_1_1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1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I/UX 15">
  <p:cSld name="CUSTOM_2_1_1_1_1_1_1_1_1_1_1_1_1_1_1_1_1_1_1_1_1_1_1_1_1_1_1_1_1_1_1_1_1_1_1_1_1_1_1_1_1_1_1_1_1_1_1_1_1_1_1_1_1_1_1_1_1_1_1_1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I/UX 16">
  <p:cSld name="CUSTOM_2_1_1_1_1_1_1_1_1_1_1_1_1_1_1_1_1_1_1_1_1_1_1_1_1_1_1_1_1_1_1_1_1_1_1_1_1_1_1_1_1_1_1_1_1_1_1_1_1_1_1_1_1_1_1_1_1_1_1_1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10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I/UX 17">
  <p:cSld name="CUSTOM_2_1_1_1_1_1_1_1_1_1_1_1_1_1_1_1_1_1_1_1_1_1_1_1_1_1_1_1_1_1_1_1_1_1_1_1_1_1_1_1_1_1_1_1_1_1_1_1_1_1_1_1_1_1_1_1_1_1_1_1_1_1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0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I/UX 18">
  <p:cSld name="CUSTOM_2_1_1_1_1_1_1_1_1_1_1_1_1_1_1_1_1_1_1_1_1_1_1_1_1_1_1_1_1_1_1_1_1_1_1_1_1_1_1_1_1_1_1_1_1_1_1_1_1_1_1_1_1_1_1_1_1_1_1_1_1_1_1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1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ntitled 4" showMasterSp="0">
  <p:cSld name="OBJECT_1_1_1_1_1_1_1_1_1_1_1"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0"/>
          <p:cNvSpPr txBox="1"/>
          <p:nvPr/>
        </p:nvSpPr>
        <p:spPr>
          <a:xfrm>
            <a:off x="14917900" y="9528850"/>
            <a:ext cx="267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3C17"/>
                </a:solidFill>
                <a:latin typeface="Poppins Light"/>
                <a:ea typeface="Poppins Light"/>
                <a:cs typeface="Poppins Light"/>
                <a:sym typeface="Poppins Light"/>
              </a:rPr>
              <a:t>#JadiYangKamuMau</a:t>
            </a:r>
            <a:endParaRPr sz="1600">
              <a:solidFill>
                <a:srgbClr val="023C1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66" name="Google Shape;266;p110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10"/>
          <p:cNvSpPr txBox="1"/>
          <p:nvPr>
            <p:ph type="title"/>
          </p:nvPr>
        </p:nvSpPr>
        <p:spPr>
          <a:xfrm>
            <a:off x="724900" y="3851838"/>
            <a:ext cx="59808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Font typeface="Urbanist"/>
              <a:buNone/>
              <a:defRPr b="1" sz="6000">
                <a:latin typeface="Urbanist"/>
                <a:ea typeface="Urbanist"/>
                <a:cs typeface="Urbanist"/>
                <a:sym typeface="Urbani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68" name="Google Shape;268;p110"/>
          <p:cNvSpPr txBox="1"/>
          <p:nvPr>
            <p:ph idx="2" type="title"/>
          </p:nvPr>
        </p:nvSpPr>
        <p:spPr>
          <a:xfrm>
            <a:off x="801100" y="5768863"/>
            <a:ext cx="59808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t"/>
              <a:buNone/>
              <a:defRPr sz="2800">
                <a:latin typeface="Jost"/>
                <a:ea typeface="Jost"/>
                <a:cs typeface="Jost"/>
                <a:sym typeface="Jo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ntitled 5" showMasterSp="0">
  <p:cSld name="OBJECT_1_1_1_1_1_1_1_1_1_1_2"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1"/>
          <p:cNvSpPr txBox="1"/>
          <p:nvPr/>
        </p:nvSpPr>
        <p:spPr>
          <a:xfrm>
            <a:off x="14917900" y="9528850"/>
            <a:ext cx="267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3C17"/>
                </a:solidFill>
                <a:latin typeface="Poppins Light"/>
                <a:ea typeface="Poppins Light"/>
                <a:cs typeface="Poppins Light"/>
                <a:sym typeface="Poppins Light"/>
              </a:rPr>
              <a:t>#JadiYangKamuMau</a:t>
            </a:r>
            <a:endParaRPr sz="1600">
              <a:solidFill>
                <a:srgbClr val="023C1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71" name="Google Shape;271;p111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2" name="Google Shape;272;p111"/>
          <p:cNvSpPr txBox="1"/>
          <p:nvPr>
            <p:ph type="title"/>
          </p:nvPr>
        </p:nvSpPr>
        <p:spPr>
          <a:xfrm>
            <a:off x="724900" y="3851838"/>
            <a:ext cx="59808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Font typeface="Urbanist"/>
              <a:buNone/>
              <a:defRPr b="1" sz="6000">
                <a:latin typeface="Urbanist"/>
                <a:ea typeface="Urbanist"/>
                <a:cs typeface="Urbanist"/>
                <a:sym typeface="Urbani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73" name="Google Shape;273;p111"/>
          <p:cNvSpPr txBox="1"/>
          <p:nvPr>
            <p:ph idx="2" type="title"/>
          </p:nvPr>
        </p:nvSpPr>
        <p:spPr>
          <a:xfrm>
            <a:off x="801100" y="5768863"/>
            <a:ext cx="59808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t"/>
              <a:buNone/>
              <a:defRPr sz="2800">
                <a:latin typeface="Jost"/>
                <a:ea typeface="Jost"/>
                <a:cs typeface="Jost"/>
                <a:sym typeface="Jo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ntitled 6" showMasterSp="0">
  <p:cSld name="OBJECT_1_1_1_1_1_1_1_1_1_1_3"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2"/>
          <p:cNvSpPr txBox="1"/>
          <p:nvPr/>
        </p:nvSpPr>
        <p:spPr>
          <a:xfrm>
            <a:off x="14917900" y="9528850"/>
            <a:ext cx="267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3C17"/>
                </a:solidFill>
                <a:latin typeface="Poppins Light"/>
                <a:ea typeface="Poppins Light"/>
                <a:cs typeface="Poppins Light"/>
                <a:sym typeface="Poppins Light"/>
              </a:rPr>
              <a:t>#JadiYangKamuMau</a:t>
            </a:r>
            <a:endParaRPr sz="1600">
              <a:solidFill>
                <a:srgbClr val="023C1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76" name="Google Shape;276;p112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12"/>
          <p:cNvSpPr txBox="1"/>
          <p:nvPr>
            <p:ph type="title"/>
          </p:nvPr>
        </p:nvSpPr>
        <p:spPr>
          <a:xfrm>
            <a:off x="724900" y="3851838"/>
            <a:ext cx="59808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Font typeface="Urbanist"/>
              <a:buNone/>
              <a:defRPr b="1" sz="6000">
                <a:latin typeface="Urbanist"/>
                <a:ea typeface="Urbanist"/>
                <a:cs typeface="Urbanist"/>
                <a:sym typeface="Urbani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78" name="Google Shape;278;p112"/>
          <p:cNvSpPr txBox="1"/>
          <p:nvPr>
            <p:ph idx="2" type="title"/>
          </p:nvPr>
        </p:nvSpPr>
        <p:spPr>
          <a:xfrm>
            <a:off x="801100" y="5768863"/>
            <a:ext cx="59808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t"/>
              <a:buNone/>
              <a:defRPr sz="2800">
                <a:latin typeface="Jost"/>
                <a:ea typeface="Jost"/>
                <a:cs typeface="Jost"/>
                <a:sym typeface="Jo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ntitled 7" showMasterSp="0">
  <p:cSld name="OBJECT_1_1_1_1_1_1_1_1_1_1_4"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3"/>
          <p:cNvSpPr txBox="1"/>
          <p:nvPr/>
        </p:nvSpPr>
        <p:spPr>
          <a:xfrm>
            <a:off x="14917900" y="9528850"/>
            <a:ext cx="2680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23C17"/>
                </a:solidFill>
                <a:latin typeface="Poppins Light"/>
                <a:ea typeface="Poppins Light"/>
                <a:cs typeface="Poppins Light"/>
                <a:sym typeface="Poppins Light"/>
              </a:rPr>
              <a:t>#JadiYangKamuMau</a:t>
            </a:r>
            <a:endParaRPr b="0" i="0" sz="1600" u="none" cap="none" strike="noStrike">
              <a:solidFill>
                <a:srgbClr val="023C1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81" name="Google Shape;281;p113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2" name="Google Shape;282;p113"/>
          <p:cNvSpPr txBox="1"/>
          <p:nvPr>
            <p:ph type="title"/>
          </p:nvPr>
        </p:nvSpPr>
        <p:spPr>
          <a:xfrm>
            <a:off x="724900" y="3851838"/>
            <a:ext cx="5980800" cy="18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Urbanist"/>
              <a:buNone/>
              <a:defRPr b="1" i="0" sz="60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3" name="Google Shape;283;p113"/>
          <p:cNvSpPr txBox="1"/>
          <p:nvPr>
            <p:ph idx="2" type="title"/>
          </p:nvPr>
        </p:nvSpPr>
        <p:spPr>
          <a:xfrm>
            <a:off x="801100" y="5768863"/>
            <a:ext cx="59808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Jost"/>
              <a:buNone/>
              <a:defRPr b="0" i="0" sz="2800" u="none" cap="none" strike="noStrike">
                <a:solidFill>
                  <a:srgbClr val="000000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ntitled 8" showMasterSp="0">
  <p:cSld name="OBJECT_1_1_1_1_1_1_1_1_1_1_5"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4"/>
          <p:cNvSpPr txBox="1"/>
          <p:nvPr/>
        </p:nvSpPr>
        <p:spPr>
          <a:xfrm>
            <a:off x="14917900" y="9528850"/>
            <a:ext cx="2680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23C17"/>
                </a:solidFill>
                <a:latin typeface="Poppins Light"/>
                <a:ea typeface="Poppins Light"/>
                <a:cs typeface="Poppins Light"/>
                <a:sym typeface="Poppins Light"/>
              </a:rPr>
              <a:t>#JadiYangKamuMau</a:t>
            </a:r>
            <a:endParaRPr b="0" i="0" sz="1600" u="none" cap="none" strike="noStrike">
              <a:solidFill>
                <a:srgbClr val="023C1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86" name="Google Shape;286;p114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14"/>
          <p:cNvSpPr txBox="1"/>
          <p:nvPr>
            <p:ph type="title"/>
          </p:nvPr>
        </p:nvSpPr>
        <p:spPr>
          <a:xfrm>
            <a:off x="724900" y="3851838"/>
            <a:ext cx="5980800" cy="18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Urbanist"/>
              <a:buNone/>
              <a:defRPr b="1" i="0" sz="60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8" name="Google Shape;288;p114"/>
          <p:cNvSpPr txBox="1"/>
          <p:nvPr>
            <p:ph idx="2" type="title"/>
          </p:nvPr>
        </p:nvSpPr>
        <p:spPr>
          <a:xfrm>
            <a:off x="801100" y="5768863"/>
            <a:ext cx="59808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Jost"/>
              <a:buNone/>
              <a:defRPr b="0" i="0" sz="2800" u="none" cap="none" strike="noStrike">
                <a:solidFill>
                  <a:srgbClr val="000000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ntitled 9" showMasterSp="0">
  <p:cSld name="OBJECT_1_1_1_1_1_1_1_1_1_1_6"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5"/>
          <p:cNvSpPr txBox="1"/>
          <p:nvPr/>
        </p:nvSpPr>
        <p:spPr>
          <a:xfrm>
            <a:off x="14917900" y="9528850"/>
            <a:ext cx="267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3C17"/>
                </a:solidFill>
                <a:latin typeface="Poppins Light"/>
                <a:ea typeface="Poppins Light"/>
                <a:cs typeface="Poppins Light"/>
                <a:sym typeface="Poppins Light"/>
              </a:rPr>
              <a:t>#JadiYangKamuMau</a:t>
            </a:r>
            <a:endParaRPr sz="1600">
              <a:solidFill>
                <a:srgbClr val="023C1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91" name="Google Shape;291;p115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92" name="Google Shape;292;p115"/>
          <p:cNvSpPr txBox="1"/>
          <p:nvPr>
            <p:ph type="title"/>
          </p:nvPr>
        </p:nvSpPr>
        <p:spPr>
          <a:xfrm>
            <a:off x="724900" y="3851838"/>
            <a:ext cx="59808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Font typeface="Urbanist"/>
              <a:buNone/>
              <a:defRPr b="1" sz="6000">
                <a:latin typeface="Urbanist"/>
                <a:ea typeface="Urbanist"/>
                <a:cs typeface="Urbanist"/>
                <a:sym typeface="Urbani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3" name="Google Shape;293;p115"/>
          <p:cNvSpPr txBox="1"/>
          <p:nvPr>
            <p:ph idx="2" type="title"/>
          </p:nvPr>
        </p:nvSpPr>
        <p:spPr>
          <a:xfrm>
            <a:off x="801100" y="5768863"/>
            <a:ext cx="59808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t"/>
              <a:buNone/>
              <a:defRPr sz="2800">
                <a:latin typeface="Jost"/>
                <a:ea typeface="Jost"/>
                <a:cs typeface="Jost"/>
                <a:sym typeface="Jo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ntitled 10" showMasterSp="0">
  <p:cSld name="OBJECT_1_1_1_1_1_1_1_1_1_1_7"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6"/>
          <p:cNvSpPr txBox="1"/>
          <p:nvPr/>
        </p:nvSpPr>
        <p:spPr>
          <a:xfrm>
            <a:off x="14917900" y="9528850"/>
            <a:ext cx="267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3C17"/>
                </a:solidFill>
                <a:latin typeface="Poppins Light"/>
                <a:ea typeface="Poppins Light"/>
                <a:cs typeface="Poppins Light"/>
                <a:sym typeface="Poppins Light"/>
              </a:rPr>
              <a:t>#JadiYangKamuMau</a:t>
            </a:r>
            <a:endParaRPr sz="1600">
              <a:solidFill>
                <a:srgbClr val="023C1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96" name="Google Shape;296;p116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97" name="Google Shape;297;p116"/>
          <p:cNvSpPr txBox="1"/>
          <p:nvPr>
            <p:ph type="title"/>
          </p:nvPr>
        </p:nvSpPr>
        <p:spPr>
          <a:xfrm>
            <a:off x="724900" y="3851838"/>
            <a:ext cx="59808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Font typeface="Urbanist"/>
              <a:buNone/>
              <a:defRPr b="1" sz="6000">
                <a:latin typeface="Urbanist"/>
                <a:ea typeface="Urbanist"/>
                <a:cs typeface="Urbanist"/>
                <a:sym typeface="Urbani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8" name="Google Shape;298;p116"/>
          <p:cNvSpPr txBox="1"/>
          <p:nvPr>
            <p:ph idx="2" type="title"/>
          </p:nvPr>
        </p:nvSpPr>
        <p:spPr>
          <a:xfrm>
            <a:off x="801100" y="5768863"/>
            <a:ext cx="59808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t"/>
              <a:buNone/>
              <a:defRPr sz="2800">
                <a:latin typeface="Jost"/>
                <a:ea typeface="Jost"/>
                <a:cs typeface="Jost"/>
                <a:sym typeface="Jo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Title Only" showMasterSp="0">
  <p:cSld name="OBJECT_2">
    <p:bg>
      <p:bgPr>
        <a:solidFill>
          <a:srgbClr val="0C0749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7"/>
          <p:cNvSpPr txBox="1"/>
          <p:nvPr>
            <p:ph type="title"/>
          </p:nvPr>
        </p:nvSpPr>
        <p:spPr>
          <a:xfrm>
            <a:off x="762000" y="419100"/>
            <a:ext cx="91440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8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1" name="Google Shape;301;p117"/>
          <p:cNvSpPr txBox="1"/>
          <p:nvPr>
            <p:ph idx="12" type="sldNum"/>
          </p:nvPr>
        </p:nvSpPr>
        <p:spPr>
          <a:xfrm>
            <a:off x="17311334" y="9665950"/>
            <a:ext cx="40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508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Title Only 1" showMasterSp="0">
  <p:cSld name="OBJECT_3">
    <p:bg>
      <p:bgPr>
        <a:solidFill>
          <a:srgbClr val="0C0749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8"/>
          <p:cNvSpPr txBox="1"/>
          <p:nvPr>
            <p:ph type="title"/>
          </p:nvPr>
        </p:nvSpPr>
        <p:spPr>
          <a:xfrm>
            <a:off x="762000" y="419100"/>
            <a:ext cx="91440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8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4" name="Google Shape;304;p118"/>
          <p:cNvSpPr txBox="1"/>
          <p:nvPr>
            <p:ph idx="12" type="sldNum"/>
          </p:nvPr>
        </p:nvSpPr>
        <p:spPr>
          <a:xfrm>
            <a:off x="17311334" y="9665950"/>
            <a:ext cx="40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50800" marR="0" rtl="0" algn="l">
              <a:lnSpc>
                <a:spcPct val="100000"/>
              </a:lnSpc>
              <a:spcBef>
                <a:spcPts val="0"/>
              </a:spcBef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508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OBJECT_4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9"/>
          <p:cNvSpPr txBox="1"/>
          <p:nvPr>
            <p:ph idx="11" type="ftr"/>
          </p:nvPr>
        </p:nvSpPr>
        <p:spPr>
          <a:xfrm>
            <a:off x="12828728" y="9573776"/>
            <a:ext cx="48846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7" name="Google Shape;307;p119"/>
          <p:cNvSpPr txBox="1"/>
          <p:nvPr>
            <p:ph idx="12" type="sldNum"/>
          </p:nvPr>
        </p:nvSpPr>
        <p:spPr>
          <a:xfrm>
            <a:off x="17311334" y="9665950"/>
            <a:ext cx="40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508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Only" showMasterSp="0">
  <p:cSld name="5_Title Only">
    <p:bg>
      <p:bgPr>
        <a:solidFill>
          <a:schemeClr val="lt1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0"/>
          <p:cNvSpPr txBox="1"/>
          <p:nvPr>
            <p:ph type="title"/>
          </p:nvPr>
        </p:nvSpPr>
        <p:spPr>
          <a:xfrm>
            <a:off x="762000" y="419100"/>
            <a:ext cx="91440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8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10" name="Google Shape;310;p120"/>
          <p:cNvSpPr txBox="1"/>
          <p:nvPr>
            <p:ph idx="12" type="sldNum"/>
          </p:nvPr>
        </p:nvSpPr>
        <p:spPr>
          <a:xfrm>
            <a:off x="17311334" y="9665950"/>
            <a:ext cx="40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508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">
  <p:cSld name="OBJECT_5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1"/>
          <p:cNvSpPr txBox="1"/>
          <p:nvPr>
            <p:ph idx="11" type="ftr"/>
          </p:nvPr>
        </p:nvSpPr>
        <p:spPr>
          <a:xfrm>
            <a:off x="12828728" y="9573776"/>
            <a:ext cx="48846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3" name="Google Shape;313;p121"/>
          <p:cNvSpPr txBox="1"/>
          <p:nvPr>
            <p:ph idx="12" type="sldNum"/>
          </p:nvPr>
        </p:nvSpPr>
        <p:spPr>
          <a:xfrm>
            <a:off x="17311334" y="9665950"/>
            <a:ext cx="40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508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 Only" showMasterSp="0">
  <p:cSld name="14_Title Only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2"/>
          <p:cNvSpPr txBox="1"/>
          <p:nvPr>
            <p:ph idx="12" type="sldNum"/>
          </p:nvPr>
        </p:nvSpPr>
        <p:spPr>
          <a:xfrm>
            <a:off x="17311334" y="9665950"/>
            <a:ext cx="40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508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6" name="Google Shape;316;p122"/>
          <p:cNvSpPr/>
          <p:nvPr>
            <p:ph idx="2" type="pic"/>
          </p:nvPr>
        </p:nvSpPr>
        <p:spPr>
          <a:xfrm>
            <a:off x="1181686" y="3973102"/>
            <a:ext cx="3715200" cy="3609000"/>
          </a:xfrm>
          <a:prstGeom prst="roundRect">
            <a:avLst>
              <a:gd fmla="val 11401" name="adj"/>
            </a:avLst>
          </a:prstGeom>
          <a:solidFill>
            <a:srgbClr val="E5B8B7"/>
          </a:solidFill>
          <a:ln>
            <a:noFill/>
          </a:ln>
        </p:spPr>
      </p:sp>
      <p:sp>
        <p:nvSpPr>
          <p:cNvPr id="317" name="Google Shape;317;p122"/>
          <p:cNvSpPr/>
          <p:nvPr>
            <p:ph idx="3" type="pic"/>
          </p:nvPr>
        </p:nvSpPr>
        <p:spPr>
          <a:xfrm>
            <a:off x="5239044" y="3973102"/>
            <a:ext cx="3715200" cy="3609000"/>
          </a:xfrm>
          <a:prstGeom prst="roundRect">
            <a:avLst>
              <a:gd fmla="val 11401" name="adj"/>
            </a:avLst>
          </a:prstGeom>
          <a:solidFill>
            <a:srgbClr val="E5B8B7"/>
          </a:solidFill>
          <a:ln>
            <a:noFill/>
          </a:ln>
        </p:spPr>
      </p:sp>
      <p:sp>
        <p:nvSpPr>
          <p:cNvPr id="318" name="Google Shape;318;p122"/>
          <p:cNvSpPr/>
          <p:nvPr>
            <p:ph idx="4" type="pic"/>
          </p:nvPr>
        </p:nvSpPr>
        <p:spPr>
          <a:xfrm>
            <a:off x="9296402" y="3973100"/>
            <a:ext cx="3715200" cy="3609000"/>
          </a:xfrm>
          <a:prstGeom prst="roundRect">
            <a:avLst>
              <a:gd fmla="val 11401" name="adj"/>
            </a:avLst>
          </a:prstGeom>
          <a:solidFill>
            <a:srgbClr val="E5B8B7"/>
          </a:solidFill>
          <a:ln>
            <a:noFill/>
          </a:ln>
        </p:spPr>
      </p:sp>
      <p:sp>
        <p:nvSpPr>
          <p:cNvPr id="319" name="Google Shape;319;p122"/>
          <p:cNvSpPr/>
          <p:nvPr>
            <p:ph idx="5" type="pic"/>
          </p:nvPr>
        </p:nvSpPr>
        <p:spPr>
          <a:xfrm>
            <a:off x="13353760" y="3973098"/>
            <a:ext cx="3715200" cy="3609000"/>
          </a:xfrm>
          <a:prstGeom prst="roundRect">
            <a:avLst>
              <a:gd fmla="val 11401" name="adj"/>
            </a:avLst>
          </a:prstGeom>
          <a:solidFill>
            <a:srgbClr val="E5B8B7"/>
          </a:solidFill>
          <a:ln>
            <a:noFill/>
          </a:ln>
        </p:spPr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322" name="Google Shape;322;p123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406400" lvl="1" marL="914400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323" name="Google Shape;323;p12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07" Type="http://schemas.openxmlformats.org/officeDocument/2006/relationships/slideLayout" Target="../slideLayouts/slideLayout107.xml"/><Relationship Id="rId106" Type="http://schemas.openxmlformats.org/officeDocument/2006/relationships/slideLayout" Target="../slideLayouts/slideLayout106.xml"/><Relationship Id="rId105" Type="http://schemas.openxmlformats.org/officeDocument/2006/relationships/slideLayout" Target="../slideLayouts/slideLayout105.xml"/><Relationship Id="rId104" Type="http://schemas.openxmlformats.org/officeDocument/2006/relationships/slideLayout" Target="../slideLayouts/slideLayout104.xml"/><Relationship Id="rId109" Type="http://schemas.openxmlformats.org/officeDocument/2006/relationships/slideLayout" Target="../slideLayouts/slideLayout109.xml"/><Relationship Id="rId108" Type="http://schemas.openxmlformats.org/officeDocument/2006/relationships/slideLayout" Target="../slideLayouts/slideLayout108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103" Type="http://schemas.openxmlformats.org/officeDocument/2006/relationships/slideLayout" Target="../slideLayouts/slideLayout103.xml"/><Relationship Id="rId102" Type="http://schemas.openxmlformats.org/officeDocument/2006/relationships/slideLayout" Target="../slideLayouts/slideLayout102.xml"/><Relationship Id="rId101" Type="http://schemas.openxmlformats.org/officeDocument/2006/relationships/slideLayout" Target="../slideLayouts/slideLayout101.xml"/><Relationship Id="rId100" Type="http://schemas.openxmlformats.org/officeDocument/2006/relationships/slideLayout" Target="../slideLayouts/slideLayout100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121" Type="http://schemas.openxmlformats.org/officeDocument/2006/relationships/slideLayout" Target="../slideLayouts/slideLayout121.xml"/><Relationship Id="rId25" Type="http://schemas.openxmlformats.org/officeDocument/2006/relationships/slideLayout" Target="../slideLayouts/slideLayout25.xml"/><Relationship Id="rId120" Type="http://schemas.openxmlformats.org/officeDocument/2006/relationships/slideLayout" Target="../slideLayouts/slideLayout120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123" Type="http://schemas.openxmlformats.org/officeDocument/2006/relationships/theme" Target="../theme/theme1.xml"/><Relationship Id="rId122" Type="http://schemas.openxmlformats.org/officeDocument/2006/relationships/slideLayout" Target="../slideLayouts/slideLayout122.xml"/><Relationship Id="rId95" Type="http://schemas.openxmlformats.org/officeDocument/2006/relationships/slideLayout" Target="../slideLayouts/slideLayout95.xml"/><Relationship Id="rId94" Type="http://schemas.openxmlformats.org/officeDocument/2006/relationships/slideLayout" Target="../slideLayouts/slideLayout94.xml"/><Relationship Id="rId97" Type="http://schemas.openxmlformats.org/officeDocument/2006/relationships/slideLayout" Target="../slideLayouts/slideLayout97.xml"/><Relationship Id="rId9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1.xml"/><Relationship Id="rId99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10.xml"/><Relationship Id="rId98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91" Type="http://schemas.openxmlformats.org/officeDocument/2006/relationships/slideLayout" Target="../slideLayouts/slideLayout91.xml"/><Relationship Id="rId90" Type="http://schemas.openxmlformats.org/officeDocument/2006/relationships/slideLayout" Target="../slideLayouts/slideLayout90.xml"/><Relationship Id="rId93" Type="http://schemas.openxmlformats.org/officeDocument/2006/relationships/slideLayout" Target="../slideLayouts/slideLayout93.xml"/><Relationship Id="rId92" Type="http://schemas.openxmlformats.org/officeDocument/2006/relationships/slideLayout" Target="../slideLayouts/slideLayout92.xml"/><Relationship Id="rId118" Type="http://schemas.openxmlformats.org/officeDocument/2006/relationships/slideLayout" Target="../slideLayouts/slideLayout118.xml"/><Relationship Id="rId117" Type="http://schemas.openxmlformats.org/officeDocument/2006/relationships/slideLayout" Target="../slideLayouts/slideLayout117.xml"/><Relationship Id="rId116" Type="http://schemas.openxmlformats.org/officeDocument/2006/relationships/slideLayout" Target="../slideLayouts/slideLayout116.xml"/><Relationship Id="rId115" Type="http://schemas.openxmlformats.org/officeDocument/2006/relationships/slideLayout" Target="../slideLayouts/slideLayout115.xml"/><Relationship Id="rId119" Type="http://schemas.openxmlformats.org/officeDocument/2006/relationships/slideLayout" Target="../slideLayouts/slideLayout119.xml"/><Relationship Id="rId15" Type="http://schemas.openxmlformats.org/officeDocument/2006/relationships/slideLayout" Target="../slideLayouts/slideLayout15.xml"/><Relationship Id="rId110" Type="http://schemas.openxmlformats.org/officeDocument/2006/relationships/slideLayout" Target="../slideLayouts/slideLayout110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14" Type="http://schemas.openxmlformats.org/officeDocument/2006/relationships/slideLayout" Target="../slideLayouts/slideLayout114.xml"/><Relationship Id="rId18" Type="http://schemas.openxmlformats.org/officeDocument/2006/relationships/slideLayout" Target="../slideLayouts/slideLayout18.xml"/><Relationship Id="rId113" Type="http://schemas.openxmlformats.org/officeDocument/2006/relationships/slideLayout" Target="../slideLayouts/slideLayout113.xml"/><Relationship Id="rId112" Type="http://schemas.openxmlformats.org/officeDocument/2006/relationships/slideLayout" Target="../slideLayouts/slideLayout112.xml"/><Relationship Id="rId111" Type="http://schemas.openxmlformats.org/officeDocument/2006/relationships/slideLayout" Target="../slideLayouts/slideLayout111.xml"/><Relationship Id="rId84" Type="http://schemas.openxmlformats.org/officeDocument/2006/relationships/slideLayout" Target="../slideLayouts/slideLayout84.xml"/><Relationship Id="rId83" Type="http://schemas.openxmlformats.org/officeDocument/2006/relationships/slideLayout" Target="../slideLayouts/slideLayout83.xml"/><Relationship Id="rId86" Type="http://schemas.openxmlformats.org/officeDocument/2006/relationships/slideLayout" Target="../slideLayouts/slideLayout86.xml"/><Relationship Id="rId85" Type="http://schemas.openxmlformats.org/officeDocument/2006/relationships/slideLayout" Target="../slideLayouts/slideLayout85.xml"/><Relationship Id="rId88" Type="http://schemas.openxmlformats.org/officeDocument/2006/relationships/slideLayout" Target="../slideLayouts/slideLayout88.xml"/><Relationship Id="rId87" Type="http://schemas.openxmlformats.org/officeDocument/2006/relationships/slideLayout" Target="../slideLayouts/slideLayout87.xml"/><Relationship Id="rId89" Type="http://schemas.openxmlformats.org/officeDocument/2006/relationships/slideLayout" Target="../slideLayouts/slideLayout89.xml"/><Relationship Id="rId80" Type="http://schemas.openxmlformats.org/officeDocument/2006/relationships/slideLayout" Target="../slideLayouts/slideLayout80.xml"/><Relationship Id="rId82" Type="http://schemas.openxmlformats.org/officeDocument/2006/relationships/slideLayout" Target="../slideLayouts/slideLayout82.xml"/><Relationship Id="rId81" Type="http://schemas.openxmlformats.org/officeDocument/2006/relationships/slideLayout" Target="../slideLayouts/slideLayout8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75" Type="http://schemas.openxmlformats.org/officeDocument/2006/relationships/slideLayout" Target="../slideLayouts/slideLayout75.xml"/><Relationship Id="rId74" Type="http://schemas.openxmlformats.org/officeDocument/2006/relationships/slideLayout" Target="../slideLayouts/slideLayout74.xml"/><Relationship Id="rId77" Type="http://schemas.openxmlformats.org/officeDocument/2006/relationships/slideLayout" Target="../slideLayouts/slideLayout77.xml"/><Relationship Id="rId76" Type="http://schemas.openxmlformats.org/officeDocument/2006/relationships/slideLayout" Target="../slideLayouts/slideLayout76.xml"/><Relationship Id="rId79" Type="http://schemas.openxmlformats.org/officeDocument/2006/relationships/slideLayout" Target="../slideLayouts/slideLayout79.xml"/><Relationship Id="rId78" Type="http://schemas.openxmlformats.org/officeDocument/2006/relationships/slideLayout" Target="../slideLayouts/slideLayout78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66" Type="http://schemas.openxmlformats.org/officeDocument/2006/relationships/slideLayout" Target="../slideLayouts/slideLayout66.xml"/><Relationship Id="rId65" Type="http://schemas.openxmlformats.org/officeDocument/2006/relationships/slideLayout" Target="../slideLayouts/slideLayout65.xml"/><Relationship Id="rId68" Type="http://schemas.openxmlformats.org/officeDocument/2006/relationships/slideLayout" Target="../slideLayouts/slideLayout68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69" Type="http://schemas.openxmlformats.org/officeDocument/2006/relationships/slideLayout" Target="../slideLayouts/slideLayout6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59" Type="http://schemas.openxmlformats.org/officeDocument/2006/relationships/slideLayout" Target="../slideLayouts/slideLayout59.xml"/><Relationship Id="rId58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  <p:sldLayoutId id="2147483729" r:id="rId82"/>
    <p:sldLayoutId id="2147483730" r:id="rId83"/>
    <p:sldLayoutId id="2147483731" r:id="rId84"/>
    <p:sldLayoutId id="2147483732" r:id="rId85"/>
    <p:sldLayoutId id="2147483733" r:id="rId86"/>
    <p:sldLayoutId id="2147483734" r:id="rId87"/>
    <p:sldLayoutId id="2147483735" r:id="rId88"/>
    <p:sldLayoutId id="2147483736" r:id="rId89"/>
    <p:sldLayoutId id="2147483737" r:id="rId90"/>
    <p:sldLayoutId id="2147483738" r:id="rId91"/>
    <p:sldLayoutId id="2147483739" r:id="rId92"/>
    <p:sldLayoutId id="2147483740" r:id="rId93"/>
    <p:sldLayoutId id="2147483741" r:id="rId94"/>
    <p:sldLayoutId id="2147483742" r:id="rId95"/>
    <p:sldLayoutId id="2147483743" r:id="rId96"/>
    <p:sldLayoutId id="2147483744" r:id="rId97"/>
    <p:sldLayoutId id="2147483745" r:id="rId98"/>
    <p:sldLayoutId id="2147483746" r:id="rId99"/>
    <p:sldLayoutId id="2147483747" r:id="rId100"/>
    <p:sldLayoutId id="2147483748" r:id="rId101"/>
    <p:sldLayoutId id="2147483749" r:id="rId102"/>
    <p:sldLayoutId id="2147483750" r:id="rId103"/>
    <p:sldLayoutId id="2147483751" r:id="rId104"/>
    <p:sldLayoutId id="2147483752" r:id="rId105"/>
    <p:sldLayoutId id="2147483753" r:id="rId106"/>
    <p:sldLayoutId id="2147483754" r:id="rId107"/>
    <p:sldLayoutId id="2147483755" r:id="rId108"/>
    <p:sldLayoutId id="2147483756" r:id="rId109"/>
    <p:sldLayoutId id="2147483757" r:id="rId110"/>
    <p:sldLayoutId id="2147483758" r:id="rId111"/>
    <p:sldLayoutId id="2147483759" r:id="rId112"/>
    <p:sldLayoutId id="2147483760" r:id="rId113"/>
    <p:sldLayoutId id="2147483761" r:id="rId114"/>
    <p:sldLayoutId id="2147483762" r:id="rId115"/>
    <p:sldLayoutId id="2147483763" r:id="rId116"/>
    <p:sldLayoutId id="2147483764" r:id="rId117"/>
    <p:sldLayoutId id="2147483765" r:id="rId118"/>
    <p:sldLayoutId id="2147483766" r:id="rId119"/>
    <p:sldLayoutId id="2147483767" r:id="rId120"/>
    <p:sldLayoutId id="2147483768" r:id="rId121"/>
    <p:sldLayoutId id="2147483769" r:id="rId1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0.png"/><Relationship Id="rId4" Type="http://schemas.openxmlformats.org/officeDocument/2006/relationships/image" Target="../media/image88.png"/><Relationship Id="rId5" Type="http://schemas.openxmlformats.org/officeDocument/2006/relationships/image" Target="../media/image9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4"/>
          <p:cNvSpPr txBox="1"/>
          <p:nvPr/>
        </p:nvSpPr>
        <p:spPr>
          <a:xfrm>
            <a:off x="2227238" y="794625"/>
            <a:ext cx="13713600" cy="25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Brief</a:t>
            </a:r>
            <a:endParaRPr b="1" sz="7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9" name="Google Shape;329;p124"/>
          <p:cNvSpPr txBox="1"/>
          <p:nvPr/>
        </p:nvSpPr>
        <p:spPr>
          <a:xfrm>
            <a:off x="2347167" y="3339063"/>
            <a:ext cx="13713600" cy="5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Dokumen ini tidak tersedia secara open access untuk diedit, oleh sebab itu kamu perlu </a:t>
            </a:r>
            <a:r>
              <a:rPr b="1" lang="en-US" sz="2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make a copy file </a:t>
            </a:r>
            <a:r>
              <a:rPr lang="en-US" sz="2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ini lalu kerjakan pada link yang telah kamu copy, caranya yaitu:</a:t>
            </a:r>
            <a:endParaRPr sz="28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9575" lvl="0" marL="45720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Inter"/>
              <a:buChar char="-"/>
            </a:pPr>
            <a:r>
              <a:rPr lang="en-US" sz="2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klik </a:t>
            </a:r>
            <a:r>
              <a:rPr i="1" lang="en-US" sz="285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File</a:t>
            </a:r>
            <a:r>
              <a:rPr lang="en-US" sz="2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yang tertera di menu bar yang terletak pada pada pojok kiri atas</a:t>
            </a:r>
            <a:endParaRPr sz="28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9575" lvl="0" marL="45720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Inter"/>
              <a:buChar char="-"/>
            </a:pPr>
            <a:r>
              <a:rPr lang="en-US" sz="2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lalu klik opsi </a:t>
            </a:r>
            <a:r>
              <a:rPr i="1" lang="en-US" sz="285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Make a copy</a:t>
            </a:r>
            <a:endParaRPr sz="28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9575" lvl="0" marL="45720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Inter"/>
              <a:buChar char="-"/>
            </a:pPr>
            <a:r>
              <a:rPr lang="en-US" sz="2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kemudian pilih </a:t>
            </a:r>
            <a:r>
              <a:rPr i="1" lang="en-US" sz="285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Entire presentation</a:t>
            </a:r>
            <a:endParaRPr i="1" sz="2850" u="sng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9575" lvl="0" marL="45720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Inter"/>
              <a:buChar char="-"/>
            </a:pPr>
            <a:r>
              <a:rPr lang="en-US" sz="2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rename file yang telah kamu copy dengan format:</a:t>
            </a:r>
            <a:endParaRPr sz="28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Nama_Absen_Mission ke  XX</a:t>
            </a:r>
            <a:endParaRPr b="1" i="1" sz="28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Sesuaikan jumlah halaman slides sesuai dengan kebutuhanmu. Kamu dapat menambahkan grafik, gambar, diagram, tabel, atau ilustrasi lain yang kamu butuhkan.</a:t>
            </a:r>
            <a:endParaRPr sz="28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5"/>
          <p:cNvSpPr/>
          <p:nvPr/>
        </p:nvSpPr>
        <p:spPr>
          <a:xfrm>
            <a:off x="10535475" y="372725"/>
            <a:ext cx="7131300" cy="8375400"/>
          </a:xfrm>
          <a:prstGeom prst="teardrop">
            <a:avLst>
              <a:gd fmla="val 100000" name="adj"/>
            </a:avLst>
          </a:prstGeom>
          <a:solidFill>
            <a:srgbClr val="CADC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5" name="Google Shape;335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1572" y="8748015"/>
            <a:ext cx="2967199" cy="34454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25"/>
          <p:cNvSpPr txBox="1"/>
          <p:nvPr/>
        </p:nvSpPr>
        <p:spPr>
          <a:xfrm>
            <a:off x="1145400" y="8165325"/>
            <a:ext cx="68658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0182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Restricted - For Student Only</a:t>
            </a:r>
            <a:endParaRPr sz="2200">
              <a:solidFill>
                <a:srgbClr val="10182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pic>
        <p:nvPicPr>
          <p:cNvPr id="337" name="Google Shape;337;p1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997240">
            <a:off x="2821753" y="369809"/>
            <a:ext cx="2861225" cy="286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5400" y="1575362"/>
            <a:ext cx="2809073" cy="940924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25"/>
          <p:cNvSpPr txBox="1"/>
          <p:nvPr>
            <p:ph type="title"/>
          </p:nvPr>
        </p:nvSpPr>
        <p:spPr>
          <a:xfrm>
            <a:off x="1069200" y="2475975"/>
            <a:ext cx="82266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5000">
                <a:solidFill>
                  <a:srgbClr val="10182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Full Stack Developer</a:t>
            </a:r>
            <a:endParaRPr sz="5000">
              <a:solidFill>
                <a:srgbClr val="10182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340" name="Google Shape;340;p125"/>
          <p:cNvSpPr txBox="1"/>
          <p:nvPr/>
        </p:nvSpPr>
        <p:spPr>
          <a:xfrm>
            <a:off x="1209002" y="4070000"/>
            <a:ext cx="7947000" cy="1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Judul Mission 		: Mission (Nomor)</a:t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Disusun oleh 		: Nama Lengkap - Absen</a:t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Email					: XXX@gmail.com</a:t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1" name="Google Shape;341;p125"/>
          <p:cNvSpPr/>
          <p:nvPr/>
        </p:nvSpPr>
        <p:spPr>
          <a:xfrm>
            <a:off x="8883300" y="1173300"/>
            <a:ext cx="8226600" cy="8226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26"/>
          <p:cNvSpPr txBox="1"/>
          <p:nvPr/>
        </p:nvSpPr>
        <p:spPr>
          <a:xfrm>
            <a:off x="2287188" y="4093150"/>
            <a:ext cx="13713600" cy="25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Gunakan slide berikut untuk menaruh hasil SS page responsif, tambahkan slide baru apabila perlu</a:t>
            </a:r>
            <a:endParaRPr b="1" sz="4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347" name="Google Shape;347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94725" y="943050"/>
            <a:ext cx="1346550" cy="134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