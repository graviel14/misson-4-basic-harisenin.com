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</p:sldIdLst>
  <p:sldSz cx="18288000" cy="10287000"/>
  <p:notesSz cx="18288000" cy="10287000"/>
  <p:embeddedFontLst>
    <p:embeddedFont>
      <p:font typeface="Calibri" panose="020F0502020204030204"/>
      <p:regular r:id="rId10"/>
      <p:bold r:id="rId11"/>
      <p:italic r:id="rId12"/>
      <p:boldItalic r:id="rId13"/>
    </p:embeddedFont>
    <p:embeddedFont>
      <p:font typeface="Poppins Light" panose="00000600000000000000"/>
      <p:regular r:id="rId14"/>
      <p:italic r:id="rId15"/>
      <p:boldItalic r:id="rId16"/>
    </p:embeddedFont>
    <p:embeddedFont>
      <p:font typeface="Urbanist" panose="020B0A04040200000203"/>
      <p:bold r:id="rId17"/>
      <p:italic r:id="rId18"/>
      <p:boldItalic r:id="rId19"/>
    </p:embeddedFont>
    <p:embeddedFont>
      <p:font typeface="Verdana" panose="020B0604030504040204"/>
      <p:regular r:id="rId20"/>
      <p:bold r:id="rId21"/>
      <p:italic r:id="rId22"/>
      <p:boldItalic r:id="rId23"/>
    </p:embeddedFont>
    <p:embeddedFont>
      <p:font typeface="Jost"/>
      <p:regular r:id="rId24"/>
      <p:bold r:id="rId25"/>
      <p:italic r:id="rId26"/>
      <p:boldItalic r:id="rId27"/>
    </p:embeddedFont>
    <p:embeddedFont>
      <p:font typeface="Inter" panose="02000503000000020004"/>
      <p:regular r:id="rId28"/>
      <p:bold r:id="rId29"/>
      <p:italic r:id="rId30"/>
      <p:boldItalic r:id="rId31"/>
    </p:embeddedFont>
    <p:embeddedFont>
      <p:font typeface="Urbanist SemiBold" panose="020B0A04040200000203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73" userDrawn="1">
          <p15:clr>
            <a:srgbClr val="000000"/>
          </p15:clr>
        </p15:guide>
        <p15:guide id="2" pos="21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873"/>
        <p:guide pos="21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25.fntdata"/><Relationship Id="rId33" Type="http://schemas.openxmlformats.org/officeDocument/2006/relationships/font" Target="fonts/font24.fntdata"/><Relationship Id="rId32" Type="http://schemas.openxmlformats.org/officeDocument/2006/relationships/font" Target="fonts/font23.fntdata"/><Relationship Id="rId31" Type="http://schemas.openxmlformats.org/officeDocument/2006/relationships/font" Target="fonts/font22.fntdata"/><Relationship Id="rId30" Type="http://schemas.openxmlformats.org/officeDocument/2006/relationships/font" Target="fonts/font21.fntdata"/><Relationship Id="rId3" Type="http://schemas.openxmlformats.org/officeDocument/2006/relationships/slide" Target="slides/slide1.xml"/><Relationship Id="rId29" Type="http://schemas.openxmlformats.org/officeDocument/2006/relationships/font" Target="fonts/font20.fntdata"/><Relationship Id="rId28" Type="http://schemas.openxmlformats.org/officeDocument/2006/relationships/font" Target="fonts/font19.fntdata"/><Relationship Id="rId27" Type="http://schemas.openxmlformats.org/officeDocument/2006/relationships/font" Target="fonts/font18.fntdata"/><Relationship Id="rId26" Type="http://schemas.openxmlformats.org/officeDocument/2006/relationships/font" Target="fonts/font17.fntdata"/><Relationship Id="rId25" Type="http://schemas.openxmlformats.org/officeDocument/2006/relationships/font" Target="fonts/font16.fntdata"/><Relationship Id="rId24" Type="http://schemas.openxmlformats.org/officeDocument/2006/relationships/font" Target="fonts/font15.fntdata"/><Relationship Id="rId23" Type="http://schemas.openxmlformats.org/officeDocument/2006/relationships/font" Target="fonts/font14.fntdata"/><Relationship Id="rId22" Type="http://schemas.openxmlformats.org/officeDocument/2006/relationships/font" Target="fonts/font13.fntdata"/><Relationship Id="rId21" Type="http://schemas.openxmlformats.org/officeDocument/2006/relationships/font" Target="fonts/font12.fntdata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83761c3fb5_0_5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83761c3fb5_0_5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83761c3fb5_0_16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83761c3fb5_0_16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83761c3fb5_0_16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83761c3fb5_0_16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1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7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8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6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1">
  <p:cSld name="OBJECT_1">
    <p:bg>
      <p:bgPr>
        <a:solidFill>
          <a:srgbClr val="003BDE"/>
        </a:solidFill>
        <a:effectLst/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titled 2">
  <p:cSld name="CUSTOM_4">
    <p:bg>
      <p:bgPr>
        <a:solidFill>
          <a:srgbClr val="424242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titled 3">
  <p:cSld name="CUSTOM_5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">
  <p:cSld name="CUSTOM_3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1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 1">
  <p:cSld name="CUSTOM_3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6"/>
          <p:cNvPicPr preferRelativeResize="0"/>
          <p:nvPr/>
        </p:nvPicPr>
        <p:blipFill rotWithShape="1">
          <a:blip r:embed="rId2"/>
          <a:srcRect l="50035"/>
          <a:stretch>
            <a:fillRect/>
          </a:stretch>
        </p:blipFill>
        <p:spPr>
          <a:xfrm>
            <a:off x="9150397" y="0"/>
            <a:ext cx="913762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2">
  <p:cSld name="OBJECT_1_1_1_1_1_1_1_1_1">
    <p:bg>
      <p:bgPr>
        <a:solidFill>
          <a:srgbClr val="FFFFFF"/>
        </a:solidFill>
        <a:effectLst/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3">
  <p:cSld name="Title and Content">
    <p:bg>
      <p:bgPr>
        <a:gradFill>
          <a:gsLst>
            <a:gs pos="0">
              <a:srgbClr val="DFE9FB"/>
            </a:gs>
            <a:gs pos="100000">
              <a:srgbClr val="6E9BE7"/>
            </a:gs>
          </a:gsLst>
          <a:lin ang="5400012" scaled="0"/>
        </a:gradFill>
        <a:effectLst/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2" name="Google Shape;22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6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4">
  <p:cSld name="OBJECT_1_1">
    <p:bg>
      <p:bgPr>
        <a:gradFill>
          <a:gsLst>
            <a:gs pos="0">
              <a:srgbClr val="EF2547"/>
            </a:gs>
            <a:gs pos="100000">
              <a:srgbClr val="EF2547"/>
            </a:gs>
          </a:gsLst>
          <a:lin ang="5400012" scaled="0"/>
        </a:gradFill>
        <a:effectLst/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5" name="Google Shape;25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1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5">
  <p:cSld name="OBJECT_1_1_1">
    <p:bg>
      <p:bgPr>
        <a:solidFill>
          <a:srgbClr val="F75C43"/>
        </a:solidFill>
        <a:effectLst/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8" name="Google Shape;28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1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6">
  <p:cSld name="OBJECT_1_1_1_1">
    <p:bg>
      <p:bgPr>
        <a:solidFill>
          <a:srgbClr val="003BDE"/>
        </a:solidFill>
        <a:effectLst/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6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7">
  <p:cSld name="OBJECT_1_1_1_1_1">
    <p:bg>
      <p:bgPr>
        <a:solidFill>
          <a:srgbClr val="023C17"/>
        </a:solidFill>
        <a:effectLst/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6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8">
  <p:cSld name="OBJECT_1_1_1_1_1_1">
    <p:bg>
      <p:bgPr>
        <a:solidFill>
          <a:srgbClr val="0DAD8E"/>
        </a:solidFill>
        <a:effectLst/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7" name="Google Shape;37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9">
  <p:cSld name="OBJECT_1_1_1_1_1_1_1">
    <p:bg>
      <p:bgPr>
        <a:solidFill>
          <a:srgbClr val="222121"/>
        </a:solidFill>
        <a:effectLst/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0" name="Google Shape;40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7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10">
  <p:cSld name="OBJECT_1_1_1_1_1_1_1_1_2">
    <p:bg>
      <p:bgPr>
        <a:solidFill>
          <a:srgbClr val="FFFFFF"/>
        </a:solidFill>
        <a:effectLst/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sp>
        <p:nvSpPr>
          <p:cNvPr id="43" name="Google Shape;43;p15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44" name="Google Shape;44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11">
  <p:cSld name="OBJECT_1_1_1_1_1_1_1_1_1_1">
    <p:bg>
      <p:bgPr>
        <a:solidFill>
          <a:srgbClr val="FFFFFF"/>
        </a:solidFill>
        <a:effectLst/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sp>
        <p:nvSpPr>
          <p:cNvPr id="47" name="Google Shape;47;p16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12">
  <p:cSld name="9_Title Only">
    <p:bg>
      <p:bgPr>
        <a:solidFill>
          <a:schemeClr val="lt1"/>
        </a:solidFill>
        <a:effectLst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0" y="0"/>
                </a:moveTo>
                <a:lnTo>
                  <a:pt x="9143981" y="0"/>
                </a:lnTo>
                <a:lnTo>
                  <a:pt x="9143981" y="5143489"/>
                </a:lnTo>
                <a:lnTo>
                  <a:pt x="0" y="5143489"/>
                </a:lnTo>
                <a:lnTo>
                  <a:pt x="0" y="0"/>
                </a:lnTo>
                <a:close/>
              </a:path>
            </a:pathLst>
          </a:custGeom>
          <a:solidFill>
            <a:srgbClr val="023C1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51" name="Google Shape;51;p17"/>
          <p:cNvSpPr txBox="1"/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52" name="Google Shape;52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3">
  <p:cSld name="CUSTOM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4">
  <p:cSld name="CUSTOM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5">
  <p:cSld name="CUSTOM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6">
  <p:cSld name="CUSTOM_2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7">
  <p:cSld name="CUSTOM_2_2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8">
  <p:cSld name="CUSTOM_2_2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9">
  <p:cSld name="CUSTOM_2_2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">
  <p:cSld name="CUSTOM_2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2">
  <p:cSld name="CUSTOM_2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3">
  <p:cSld name="CUSTOM_2_1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4">
  <p:cSld name="CUSTOM_2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 1">
  <p:cSld name="CUSTOM_3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9"/>
          <p:cNvPicPr preferRelativeResize="0"/>
          <p:nvPr/>
        </p:nvPicPr>
        <p:blipFill rotWithShape="1">
          <a:blip r:embed="rId4"/>
          <a:srcRect l="49957"/>
          <a:stretch>
            <a:fillRect/>
          </a:stretch>
        </p:blipFill>
        <p:spPr>
          <a:xfrm>
            <a:off x="9135995" y="0"/>
            <a:ext cx="915200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 1 1">
  <p:cSld name="CUSTOM_3_1_1_2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0"/>
          <p:cNvSpPr/>
          <p:nvPr/>
        </p:nvSpPr>
        <p:spPr>
          <a:xfrm>
            <a:off x="9121625" y="-71925"/>
            <a:ext cx="9251100" cy="10387800"/>
          </a:xfrm>
          <a:prstGeom prst="rect">
            <a:avLst/>
          </a:prstGeom>
          <a:solidFill>
            <a:srgbClr val="004C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4 1">
  <p:cSld name="CUSTOM_3_1_1_2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1"/>
          <p:cNvSpPr/>
          <p:nvPr/>
        </p:nvSpPr>
        <p:spPr>
          <a:xfrm>
            <a:off x="2388300" y="1985475"/>
            <a:ext cx="15969900" cy="8330400"/>
          </a:xfrm>
          <a:prstGeom prst="rect">
            <a:avLst/>
          </a:prstGeom>
          <a:solidFill>
            <a:srgbClr val="004C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 1 1 1">
  <p:cSld name="CUSTOM_3_1_1_2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2"/>
          <p:cNvSpPr/>
          <p:nvPr/>
        </p:nvSpPr>
        <p:spPr>
          <a:xfrm>
            <a:off x="9121625" y="-71925"/>
            <a:ext cx="9251100" cy="10387800"/>
          </a:xfrm>
          <a:prstGeom prst="rect">
            <a:avLst/>
          </a:prstGeom>
          <a:solidFill>
            <a:srgbClr val="0018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5">
  <p:cSld name="CUSTOM_2_1_1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6">
  <p:cSld name="CUSTOM_2_1_1_1_1_1_1">
    <p:bg>
      <p:bgPr>
        <a:solidFill>
          <a:srgbClr val="CADCFF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951000" y="329300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30025" y="9579450"/>
            <a:ext cx="2552424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7">
  <p:cSld name="CUSTOM_2_1_1_1_1_1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8">
  <p:cSld name="CUSTOM_2_1_1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9">
  <p:cSld name="CUSTOM_2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0">
  <p:cSld name="CUSTOM_2_1_1_1_1_1_1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1">
  <p:cSld name="CUSTOM_2_1_1_1_1_1_1_1_1_1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3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2">
  <p:cSld name="CUSTOM_2_1_1_1_1_1_1_1_1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3">
  <p:cSld name="CUSTOM_2_1_1_1_1_1_1_1_1_1_1_1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4">
  <p:cSld name="CUSTOM_2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5">
  <p:cSld name="CUSTOM_2_1_1_1_1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6">
  <p:cSld name="CUSTOM_2_1_1_1_1_1_1_1_1_1_1_1_1_1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7">
  <p:cSld name="CUSTOM_2_1_1_1_1_1_1_1_1_1_1_1_1_1_1_1_1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8">
  <p:cSld name="CUSTOM_2_1_1_1_1_1_1_1_1_1_1_1_1_1_1_1_1_2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8 1">
  <p:cSld name="CUSTOM_2_1_1_1_1_1_1_1_1_1_1_1_1_1_1_1_1_2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4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7"/>
          <p:cNvSpPr/>
          <p:nvPr/>
        </p:nvSpPr>
        <p:spPr>
          <a:xfrm>
            <a:off x="604275" y="345300"/>
            <a:ext cx="17049000" cy="9625200"/>
          </a:xfrm>
          <a:prstGeom prst="rect">
            <a:avLst/>
          </a:prstGeom>
          <a:solidFill>
            <a:srgbClr val="0018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9">
  <p:cSld name="CUSTOM_2_1_1_1_1_1_1_1_1_1_1_1_1_1_1_1_1_2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4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20">
  <p:cSld name="CUSTOM_2_1_1_1_1_1_1_1_1_1_1_1_1_1_1_1_1_2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4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">
  <p:cSld name="CUSTOM_2_1_1_1_1_1_1_1_1_1_1_1_1_1_1_1_1_1">
    <p:bg>
      <p:bgPr>
        <a:solidFill>
          <a:srgbClr val="001849"/>
        </a:solidFill>
        <a:effectLst/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ace BG">
  <p:cSld name="CUSTOM_2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5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ace BG 1">
  <p:cSld name="CUSTOM_2_1_1_1_1_1_1_1_1_1_1_1_1_1_1_1_1_1_2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5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2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ace BG 1 1">
  <p:cSld name="CUSTOM_2_1_1_1_1_1_1_1_1_1_1_1_1_1_1_1_1_1_2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5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 1 1 1 1 1">
  <p:cSld name="CUSTOM_3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5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4"/>
          <p:cNvPicPr preferRelativeResize="0"/>
          <p:nvPr/>
        </p:nvPicPr>
        <p:blipFill rotWithShape="1">
          <a:blip r:embed="rId4"/>
          <a:srcRect l="50035"/>
          <a:stretch>
            <a:fillRect/>
          </a:stretch>
        </p:blipFill>
        <p:spPr>
          <a:xfrm>
            <a:off x="9150400" y="0"/>
            <a:ext cx="913760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2">
  <p:cSld name="CUSTOM_2_1_1_1_1_1_1_1_1_1_1_1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3">
  <p:cSld name="CUSTOM_2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5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4">
  <p:cSld name="CUSTOM_2_1_1_1_1_1_1_1_1_1_1_1_1_1_1_1_1_1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5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5">
  <p:cSld name="CUSTOM_2_1_1_1_1_1_1_1_1_1_1_1_1_1_1_1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5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6">
  <p:cSld name="CUSTOM_2_1_1_1_1_1_1_1_1_1_1_1_1_1_1_1_1_1_1_1_1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5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7">
  <p:cSld name="CUSTOM_2_1_1_1_1_1_1_1_1_1_1_1_1_1_1_1_1_1_1_1_1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6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8">
  <p:cSld name="CUSTOM_2_1_1_1_1_1_1_1_1_1_1_1_1_1_1_1_1_1_1_1_1_1_1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6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9">
  <p:cSld name="CUSTOM_2_1_1_1_1_1_1_1_1_1_1_1_1_1_1_1_1_1_1_1_1_1_1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6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0">
  <p:cSld name="CUSTOM_2_1_1_1_1_1_1_1_1_1_1_1_1_1_1_1_1_1_1_1_1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6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1">
  <p:cSld name="CUSTOM_2_1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6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2">
  <p:cSld name="CUSTOM_2_1_1_1_1_1_1_1_1_1_1_1_1_1_1_1_1_1_1_1_1_1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6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3">
  <p:cSld name="CUSTOM_2_1_1_1_1_1_1_1_1_1_1_1_1_1_1_1_1_1_1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6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4">
  <p:cSld name="CUSTOM_2_1_1_1_1_1_1_1_1_1_1_1_1_1_1_1_1_1_1_1_1_1_1_1_1_1_1_1_1_1_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6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5">
  <p:cSld name="CUSTOM_2_1_1_1_1_1_1_1_1_1_1_1_1_1_1_1_1_1_1_1_1_1_1_1_1_1_1_1_1_1_2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6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6">
  <p:cSld name="CUSTOM_2_1_1_1_1_1_1_1_1_1_1_1_1_1_1_1_1_1_1_1_1_1_1_1_1_1_1_1_1_1_2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6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7">
  <p:cSld name="CUSTOM_2_1_1_1_1_1_1_1_1_1_1_1_1_1_1_1_1_1_1_1_1_1_1_1_1_1_1_1_1_1_2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7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">
  <p:cSld name="CUSTOM_2_1_1_1_1_1_1_1_1_1_1_1_1_1_1_1_1_1_1_1_1_1_1_1_1_1_1_1_1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7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2">
  <p:cSld name="CUSTOM_2_1_1_1_1_1_1_1_1_1_1_1_1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7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3">
  <p:cSld name="CUSTOM_2_1_1_1_1_1_1_1_1_1_1_1_1_1_1_1_1_1_1_1_1_1_1_1_1_1_1_1_1_1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7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4">
  <p:cSld name="CUSTOM_2_1_1_1_1_1_1_1_1_1_1_1_1_1_1_1_1_1_1_1_1_1_1_1_1_1_1_1_1_1_1_1_1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7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 1 1 1">
  <p:cSld name="CUSTOM_3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7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7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75"/>
          <p:cNvPicPr preferRelativeResize="0"/>
          <p:nvPr/>
        </p:nvPicPr>
        <p:blipFill rotWithShape="1">
          <a:blip r:embed="rId4"/>
          <a:srcRect l="49877"/>
          <a:stretch>
            <a:fillRect/>
          </a:stretch>
        </p:blipFill>
        <p:spPr>
          <a:xfrm>
            <a:off x="9121620" y="0"/>
            <a:ext cx="9166373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5">
  <p:cSld name="CUSTOM_2_1_1_1_1_1_1_1_1_1_1_1_1_1_1_1_1_1_1_1_1_1_1_1_1_1_1_1_1_1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7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6">
  <p:cSld name="CUSTOM_2_1_1_1_1_1_1_1_1_1_1_1_1_1_1_1_1_1_1_1_1_1_1_1_1_1_1_1_1_1_1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7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7">
  <p:cSld name="CUSTOM_2_1_1_1_1_1_1_1_1_1_1_1_1_1_1_1_1_1_1_1_1_1_1_1_1_1_1_1_1_1_1_1_1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7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8">
  <p:cSld name="CUSTOM_2_1_1_1_1_1_1_1_1_1_1_1_1_1_1_1_1_1_1_1_1_1_1_1_1_1_1_1_1_1_1_1_1_1_1_1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7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9">
  <p:cSld name="CUSTOM_2_1_1_1_1_1_1_1_1_1_1_1_1_1_1_1_1_1_1_1_1_1_1_1_1_1_1_1_1_1_1_1_1_1_1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0">
  <p:cSld name="CUSTOM_2_1_1_1_1_1_1_1_1_1_1_1_1_1_1_1_1_1_1_1_1_1_1_1_1_1_1_1_1_1_1_1_1_1_1_1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8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1">
  <p:cSld name="CUSTOM_2_1_1_1_1_1_1_1_1_1_1_1_1_1_1_1_1_1_1_1_1_1_1_1_1_1_1_1_1_1_1_1_1_1_1_1_1_1_1_1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8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2">
  <p:cSld name="CUSTOM_2_1_1_1_1_1_1_1_1_1_1_1_1_1_1_1_1_1_1_1_1_1_1_1_1_1_1_1_1_1_1_1_1_1_1_1_1_1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8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3">
  <p:cSld name="CUSTOM_2_1_1_1_1_1_1_1_1_1_1_1_1_1_1_1_1_1_1_1_1_1_1_1_1_1_1_1_1_1_1_1_1_1_1_1_1_1_1_1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8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4">
  <p:cSld name="CUSTOM_2_1_1_1_1_1_1_1_1_1_1_1_1_1_1_1_1_1_1_1_1_1_1_1_1_1_1_1_1_1_1_1_1_1_1_1_1_1_1_1_1_1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8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5">
  <p:cSld name="CUSTOM_2_1_1_1_1_1_1_1_1_1_1_1_1_1_1_1_1_1_1_1_1_1_1_1_1_1_1_1_1_1_1_1_1_1_1_1_1_1_1_1_1_1_1_1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8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6">
  <p:cSld name="CUSTOM_2_1_1_1_1_1_1_1_1_1_1_1_1_1_1_1_1_1_1_1_1_1_1_1_1_1_1_1_1_1_1_1_1_1_1_1_1_1_1_1_1_1_1_1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8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7">
  <p:cSld name="CUSTOM_2_1_1_1_1_1_1_1_1_1_1_1_1_1_1_1_1_1_1_1_1_1_1_1_1_1_1_1_1_1_1_1_1_1_1_1_1_1_1_1_1_1_1_1_1_2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8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8">
  <p:cSld name="CUSTOM_2_1_1_1_1_1_1_1_1_1_1_1_1_1_1_1_1_1_1_1_1_1_1_1_1_1_1_1_1_1_1_1_1_1_1_1_1_1_1_1_1_1_1_1_1_2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8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9">
  <p:cSld name="CUSTOM_2_1_1_1_1_1_1_1_1_1_1_1_1_1_1_1_1_1_1_1_1_1_1_1_1_1_1_1_1_1_1_1_1_1_1_1_1_1_1_1_1_1_1_1_1_2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9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">
  <p:cSld name="CUSTOM_2_1_1_1_1_1_1_1_1_1_1_1_1_1_1_1_1_1_1_1_1_1_1_1_1_1_1_1_1_1_1_1_1_1_1_1_1_1_1_1_1_1_1_1_1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9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2">
  <p:cSld name="CUSTOM_2_1_1_1_1_1_1_1_1_1_1_1_1_1_1_1_1_1_1_1_1_1_1_1_1_1_1_1_1_1_1_1_1_1_1_1_1_1_1_1_1_1_1_1_1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9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3">
  <p:cSld name="CUSTOM_2_1_1_1_1_1_1_1_1_1_1_1_1_1_1_1_1_1_1_1_1_1_1_1_1_1_1_1_1_1_1_1_1_1_1_1_1_1_1_1_1_1_1_1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9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 1 1 1 1">
  <p:cSld name="CUSTOM_3_1_1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9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9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4"/>
          <p:cNvPicPr preferRelativeResize="0"/>
          <p:nvPr/>
        </p:nvPicPr>
        <p:blipFill rotWithShape="1">
          <a:blip r:embed="rId4"/>
          <a:srcRect l="50115"/>
          <a:stretch>
            <a:fillRect/>
          </a:stretch>
        </p:blipFill>
        <p:spPr>
          <a:xfrm>
            <a:off x="9164770" y="0"/>
            <a:ext cx="912322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4">
  <p:cSld name="CUSTOM_2_1_1_1_1_1_1_1_1_1_1_1_1_1_1_1_1_1_1_1_1_1_1_1_1_1_1_1_1_1_1_1_1_1_1_1_1_1_1_1_1_1_1_1_1_1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9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5">
  <p:cSld name="CUSTOM_2_1_1_1_1_1_1_1_1_1_1_1_1_1_1_1_1_1_1_1_1_1_1_1_1_1_1_1_1_1_1_1_1_1_1_1_1_1_1_1_1_1_1_1_1_1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6">
  <p:cSld name="CUSTOM_2_1_1_1_1_1_1_1_1_1_1_1_1_1_1_1_1_1_1_1_1_1_1_1_1_1_1_1_1_1_1_1_1_1_1_1_1_1_1_1_1_1_1_1_1_1_1_1_1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9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7">
  <p:cSld name="CUSTOM_2_1_1_1_1_1_1_1_1_1_1_1_1_1_1_1_1_1_1_1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9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8">
  <p:cSld name="CUSTOM_2_1_1_1_1_1_1_1_1_1_1_1_1_1_1_1_1_1_1_1_1_1_1_1_1_1_1_1_1_1_1_1_1_1_1_1_1_1_1_1_1_1_1_1_1_1_1_1_1_1_1_1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9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9">
  <p:cSld name="CUSTOM_2_1_1_1_1_1_1_1_1_1_1_1_1_1_1_1_1_1_1_1_1_1_1_1_1_1_1_1_1_1_1_1_1_1_1_1_1_1_1_1_1_1_1_1_1_1_1_1_1_1_1_1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0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0">
  <p:cSld name="CUSTOM_2_1_1_1_1_1_1_1_1_1_1_1_1_1_1_1_1_1_1_1_1_1_1_1_1_1_1_1_1_1_1_1_1_1_1_1_1_1_1_1_1_1_1_1_1_1_1_1_1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0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1">
  <p:cSld name="CUSTOM_2_1_1_1_1_1_1_1_1_1_1_1_1_1_1_1_1_1_1_1_1_1_1_1_1_1_1_1_1_1_1_1_1_1_1_1_1_1_1_1_1_1_1_1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0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2">
  <p:cSld name="CUSTOM_2_1_1_1_1_1_1_1_1_1_1_1_1_1_1_1_1_1_1_1_1_1_1_1_1_1_1_1_1_1_1_1_1_1_1_1_1_1_1_1_1_1_1_1_1_1_1_1_1_1_1_1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0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3">
  <p:cSld name="CUSTOM_2_1_1_1_1_1_1_1_1_1_1_1_1_1_1_1_1_1_1_1_1_1_1_1_1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0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4">
  <p:cSld name="CUSTOM_2_1_1_1_1_1_1_1_1_1_1_1_1_1_1_1_1_1_1_1_1_1_1_1_1_1_1_1_1_1_1_1_1_1_1_1_1_1_1_1_1_1_1_1_1_1_1_1_1_1_1_1_1_1_1_1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0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5">
  <p:cSld name="CUSTOM_2_1_1_1_1_1_1_1_1_1_1_1_1_1_1_1_1_1_1_1_1_1_1_1_1_1_1_1_1_1_1_1_1_1_1_1_1_1_1_1_1_1_1_1_1_1_1_1_1_1_1_1_1_1_1_1_1_1_1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0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6">
  <p:cSld name="CUSTOM_2_1_1_1_1_1_1_1_1_1_1_1_1_1_1_1_1_1_1_1_1_1_1_1_1_1_1_1_1_1_1_1_1_1_1_1_1_1_1_1_1_1_1_1_1_1_1_1_1_1_1_1_1_1_1_1_1_1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0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7">
  <p:cSld name="CUSTOM_2_1_1_1_1_1_1_1_1_1_1_1_1_1_1_1_1_1_1_1_1_1_1_1_1_1_1_1_1_1_1_1_1_1_1_1_1_1_1_1_1_1_1_1_1_1_1_1_1_1_1_1_1_1_1_1_1_1_1_1_1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0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8">
  <p:cSld name="CUSTOM_2_1_1_1_1_1_1_1_1_1_1_1_1_1_1_1_1_1_1_1_1_1_1_1_1_1_1_1_1_1_1_1_1_1_1_1_1_1_1_1_1_1_1_1_1_1_1_1_1_1_1_1_1_1_1_1_1_1_1_1_1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0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4">
  <p:cSld name="OBJECT_1_1_1_1_1_1_1_1_1_1_1">
    <p:bg>
      <p:bgPr>
        <a:solidFill>
          <a:srgbClr val="FFFFFF"/>
        </a:solidFill>
        <a:effectLst/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0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sp>
        <p:nvSpPr>
          <p:cNvPr id="266" name="Google Shape;266;p110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7" name="Google Shape;267;p110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 panose="020B0A04040200000203"/>
              <a:buNone/>
              <a:defRPr sz="6000" b="1"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68" name="Google Shape;268;p110"/>
          <p:cNvSpPr txBox="1"/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5">
  <p:cSld name="OBJECT_1_1_1_1_1_1_1_1_1_1_2">
    <p:bg>
      <p:bgPr>
        <a:solidFill>
          <a:srgbClr val="FFFFFF"/>
        </a:solidFill>
        <a:effectLst/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1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sp>
        <p:nvSpPr>
          <p:cNvPr id="271" name="Google Shape;271;p111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72" name="Google Shape;272;p111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 panose="020B0A04040200000203"/>
              <a:buNone/>
              <a:defRPr sz="6000" b="1"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73" name="Google Shape;273;p111"/>
          <p:cNvSpPr txBox="1"/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6">
  <p:cSld name="OBJECT_1_1_1_1_1_1_1_1_1_1_3">
    <p:bg>
      <p:bgPr>
        <a:solidFill>
          <a:srgbClr val="FFFFFF"/>
        </a:solidFill>
        <a:effectLst/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2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sp>
        <p:nvSpPr>
          <p:cNvPr id="276" name="Google Shape;276;p112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77" name="Google Shape;277;p112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 panose="020B0A04040200000203"/>
              <a:buNone/>
              <a:defRPr sz="6000" b="1"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78" name="Google Shape;278;p112"/>
          <p:cNvSpPr txBox="1"/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7">
  <p:cSld name="OBJECT_1_1_1_1_1_1_1_1_1_1_4">
    <p:bg>
      <p:bgPr>
        <a:solidFill>
          <a:srgbClr val="FFFFFF"/>
        </a:solidFill>
        <a:effectLst/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3"/>
          <p:cNvSpPr txBox="1"/>
          <p:nvPr/>
        </p:nvSpPr>
        <p:spPr>
          <a:xfrm>
            <a:off x="14917900" y="9528850"/>
            <a:ext cx="268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US" sz="1600" b="0" i="0" u="none" strike="noStrike" cap="none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 b="0" i="0" u="none" strike="noStrike" cap="none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sp>
        <p:nvSpPr>
          <p:cNvPr id="281" name="Google Shape;281;p113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endParaRPr sz="3600" b="1" i="0" u="none" strike="noStrike" cap="none">
              <a:solidFill>
                <a:srgbClr val="00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82" name="Google Shape;282;p113"/>
          <p:cNvSpPr txBox="1"/>
          <p:nvPr>
            <p:ph type="title"/>
          </p:nvPr>
        </p:nvSpPr>
        <p:spPr>
          <a:xfrm>
            <a:off x="724900" y="3851838"/>
            <a:ext cx="59808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Urbanist" panose="020B0A04040200000203"/>
              <a:buNone/>
              <a:defRPr sz="6000" b="1" i="0" u="none" strike="noStrike" cap="none">
                <a:solidFill>
                  <a:srgbClr val="00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83" name="Google Shape;283;p113"/>
          <p:cNvSpPr txBox="1"/>
          <p:nvPr>
            <p:ph type="title" idx="2"/>
          </p:nvPr>
        </p:nvSpPr>
        <p:spPr>
          <a:xfrm>
            <a:off x="801100" y="5768863"/>
            <a:ext cx="59808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Jost"/>
              <a:buNone/>
              <a:defRPr sz="2800" b="0" i="0" u="none" strike="noStrike" cap="non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8">
  <p:cSld name="OBJECT_1_1_1_1_1_1_1_1_1_1_5">
    <p:bg>
      <p:bgPr>
        <a:solidFill>
          <a:srgbClr val="FFFFFF"/>
        </a:solidFill>
        <a:effectLst/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4"/>
          <p:cNvSpPr txBox="1"/>
          <p:nvPr/>
        </p:nvSpPr>
        <p:spPr>
          <a:xfrm>
            <a:off x="14917900" y="9528850"/>
            <a:ext cx="268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US" sz="1600" b="0" i="0" u="none" strike="noStrike" cap="none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 b="0" i="0" u="none" strike="noStrike" cap="none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sp>
        <p:nvSpPr>
          <p:cNvPr id="286" name="Google Shape;286;p114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endParaRPr sz="3600" b="1" i="0" u="none" strike="noStrike" cap="none">
              <a:solidFill>
                <a:srgbClr val="00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87" name="Google Shape;287;p114"/>
          <p:cNvSpPr txBox="1"/>
          <p:nvPr>
            <p:ph type="title"/>
          </p:nvPr>
        </p:nvSpPr>
        <p:spPr>
          <a:xfrm>
            <a:off x="724900" y="3851838"/>
            <a:ext cx="59808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Urbanist" panose="020B0A04040200000203"/>
              <a:buNone/>
              <a:defRPr sz="6000" b="1" i="0" u="none" strike="noStrike" cap="none">
                <a:solidFill>
                  <a:srgbClr val="00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88" name="Google Shape;288;p114"/>
          <p:cNvSpPr txBox="1"/>
          <p:nvPr>
            <p:ph type="title" idx="2"/>
          </p:nvPr>
        </p:nvSpPr>
        <p:spPr>
          <a:xfrm>
            <a:off x="801100" y="5768863"/>
            <a:ext cx="59808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Jost"/>
              <a:buNone/>
              <a:defRPr sz="2800" b="0" i="0" u="none" strike="noStrike" cap="non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9">
  <p:cSld name="OBJECT_1_1_1_1_1_1_1_1_1_1_6">
    <p:bg>
      <p:bgPr>
        <a:solidFill>
          <a:srgbClr val="FFFFFF"/>
        </a:solidFill>
        <a:effectLst/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5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sp>
        <p:nvSpPr>
          <p:cNvPr id="291" name="Google Shape;291;p115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92" name="Google Shape;292;p115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 panose="020B0A04040200000203"/>
              <a:buNone/>
              <a:defRPr sz="6000" b="1"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3" name="Google Shape;293;p115"/>
          <p:cNvSpPr txBox="1"/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10">
  <p:cSld name="OBJECT_1_1_1_1_1_1_1_1_1_1_7">
    <p:bg>
      <p:bgPr>
        <a:solidFill>
          <a:srgbClr val="FFFFFF"/>
        </a:solidFill>
        <a:effectLst/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6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 panose="00000600000000000000"/>
                <a:ea typeface="Poppins Light" panose="00000600000000000000"/>
                <a:cs typeface="Poppins Light" panose="00000600000000000000"/>
                <a:sym typeface="Poppins Light" panose="00000600000000000000"/>
              </a:rPr>
              <a:t>#JadiYangKamuMau</a:t>
            </a:r>
            <a:endParaRPr sz="1600">
              <a:solidFill>
                <a:srgbClr val="023C17"/>
              </a:solidFill>
              <a:latin typeface="Poppins Light" panose="00000600000000000000"/>
              <a:ea typeface="Poppins Light" panose="00000600000000000000"/>
              <a:cs typeface="Poppins Light" panose="00000600000000000000"/>
              <a:sym typeface="Poppins Light" panose="00000600000000000000"/>
            </a:endParaRPr>
          </a:p>
        </p:txBody>
      </p:sp>
      <p:sp>
        <p:nvSpPr>
          <p:cNvPr id="296" name="Google Shape;296;p116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97" name="Google Shape;297;p116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 panose="020B0A04040200000203"/>
              <a:buNone/>
              <a:defRPr sz="6000" b="1"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8" name="Google Shape;298;p116"/>
          <p:cNvSpPr txBox="1"/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5_Title Only">
  <p:cSld name="OBJECT_2">
    <p:bg>
      <p:bgPr>
        <a:solidFill>
          <a:srgbClr val="0C0749"/>
        </a:solidFill>
        <a:effectLst/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7"/>
          <p:cNvSpPr txBox="1"/>
          <p:nvPr>
            <p:ph type="title"/>
          </p:nvPr>
        </p:nvSpPr>
        <p:spPr>
          <a:xfrm>
            <a:off x="762000" y="419100"/>
            <a:ext cx="91440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80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1" name="Google Shape;301;p117"/>
          <p:cNvSpPr txBox="1"/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5_Title Only 1">
  <p:cSld name="OBJECT_3">
    <p:bg>
      <p:bgPr>
        <a:solidFill>
          <a:srgbClr val="0C0749"/>
        </a:solidFill>
        <a:effectLst/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8"/>
          <p:cNvSpPr txBox="1"/>
          <p:nvPr>
            <p:ph type="title"/>
          </p:nvPr>
        </p:nvSpPr>
        <p:spPr>
          <a:xfrm>
            <a:off x="762000" y="419100"/>
            <a:ext cx="91440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80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4" name="Google Shape;304;p118"/>
          <p:cNvSpPr txBox="1"/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OBJECT_4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9"/>
          <p:cNvSpPr txBox="1"/>
          <p:nvPr>
            <p:ph type="ftr" idx="11"/>
          </p:nvPr>
        </p:nvSpPr>
        <p:spPr>
          <a:xfrm>
            <a:off x="12828728" y="9573776"/>
            <a:ext cx="4884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07" name="Google Shape;307;p119"/>
          <p:cNvSpPr txBox="1"/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Title Only">
  <p:cSld name="5_Title Only">
    <p:bg>
      <p:bgPr>
        <a:solidFill>
          <a:schemeClr val="lt1"/>
        </a:solidFill>
        <a:effectLst/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0"/>
          <p:cNvSpPr txBox="1"/>
          <p:nvPr>
            <p:ph type="title"/>
          </p:nvPr>
        </p:nvSpPr>
        <p:spPr>
          <a:xfrm>
            <a:off x="762000" y="419100"/>
            <a:ext cx="91440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80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0" name="Google Shape;310;p120"/>
          <p:cNvSpPr txBox="1"/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OBJECT_5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1"/>
          <p:cNvSpPr txBox="1"/>
          <p:nvPr>
            <p:ph type="ftr" idx="11"/>
          </p:nvPr>
        </p:nvSpPr>
        <p:spPr>
          <a:xfrm>
            <a:off x="12828728" y="9573776"/>
            <a:ext cx="4884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12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13" name="Google Shape;313;p121"/>
          <p:cNvSpPr txBox="1"/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4_Title Only">
  <p:cSld name="14_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2"/>
          <p:cNvSpPr txBox="1"/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42424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16" name="Google Shape;316;p122"/>
          <p:cNvSpPr/>
          <p:nvPr>
            <p:ph type="pic" idx="2"/>
          </p:nvPr>
        </p:nvSpPr>
        <p:spPr>
          <a:xfrm>
            <a:off x="1181686" y="3973102"/>
            <a:ext cx="3715200" cy="3609000"/>
          </a:xfrm>
          <a:prstGeom prst="roundRect">
            <a:avLst>
              <a:gd name="adj" fmla="val 11401"/>
            </a:avLst>
          </a:prstGeom>
          <a:solidFill>
            <a:srgbClr val="E5B8B7"/>
          </a:solidFill>
          <a:ln>
            <a:noFill/>
          </a:ln>
        </p:spPr>
      </p:sp>
      <p:sp>
        <p:nvSpPr>
          <p:cNvPr id="317" name="Google Shape;317;p122"/>
          <p:cNvSpPr/>
          <p:nvPr>
            <p:ph type="pic" idx="3"/>
          </p:nvPr>
        </p:nvSpPr>
        <p:spPr>
          <a:xfrm>
            <a:off x="5239044" y="3973102"/>
            <a:ext cx="3715200" cy="3609000"/>
          </a:xfrm>
          <a:prstGeom prst="roundRect">
            <a:avLst>
              <a:gd name="adj" fmla="val 11401"/>
            </a:avLst>
          </a:prstGeom>
          <a:solidFill>
            <a:srgbClr val="E5B8B7"/>
          </a:solidFill>
          <a:ln>
            <a:noFill/>
          </a:ln>
        </p:spPr>
      </p:sp>
      <p:sp>
        <p:nvSpPr>
          <p:cNvPr id="318" name="Google Shape;318;p122"/>
          <p:cNvSpPr/>
          <p:nvPr>
            <p:ph type="pic" idx="4"/>
          </p:nvPr>
        </p:nvSpPr>
        <p:spPr>
          <a:xfrm>
            <a:off x="9296402" y="3973100"/>
            <a:ext cx="3715200" cy="3609000"/>
          </a:xfrm>
          <a:prstGeom prst="roundRect">
            <a:avLst>
              <a:gd name="adj" fmla="val 11401"/>
            </a:avLst>
          </a:prstGeom>
          <a:solidFill>
            <a:srgbClr val="E5B8B7"/>
          </a:solidFill>
          <a:ln>
            <a:noFill/>
          </a:ln>
        </p:spPr>
      </p:sp>
      <p:sp>
        <p:nvSpPr>
          <p:cNvPr id="319" name="Google Shape;319;p122"/>
          <p:cNvSpPr/>
          <p:nvPr>
            <p:ph type="pic" idx="5"/>
          </p:nvPr>
        </p:nvSpPr>
        <p:spPr>
          <a:xfrm>
            <a:off x="13353760" y="3973098"/>
            <a:ext cx="3715200" cy="3609000"/>
          </a:xfrm>
          <a:prstGeom prst="roundRect">
            <a:avLst>
              <a:gd name="adj" fmla="val 11401"/>
            </a:avLst>
          </a:prstGeom>
          <a:solidFill>
            <a:srgbClr val="E5B8B7"/>
          </a:solidFill>
          <a:ln>
            <a:noFill/>
          </a:ln>
        </p:spPr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22" name="Google Shape;322;p123"/>
          <p:cNvSpPr txBox="1"/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406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23" name="Google Shape;323;p123"/>
          <p:cNvSpPr txBox="1"/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9" Type="http://schemas.openxmlformats.org/officeDocument/2006/relationships/slideLayout" Target="../slideLayouts/slideLayout99.xml"/><Relationship Id="rId98" Type="http://schemas.openxmlformats.org/officeDocument/2006/relationships/slideLayout" Target="../slideLayouts/slideLayout98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.xml"/><Relationship Id="rId89" Type="http://schemas.openxmlformats.org/officeDocument/2006/relationships/slideLayout" Target="../slideLayouts/slideLayout89.xml"/><Relationship Id="rId88" Type="http://schemas.openxmlformats.org/officeDocument/2006/relationships/slideLayout" Target="../slideLayouts/slideLayout88.xml"/><Relationship Id="rId87" Type="http://schemas.openxmlformats.org/officeDocument/2006/relationships/slideLayout" Target="../slideLayouts/slideLayout87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80" Type="http://schemas.openxmlformats.org/officeDocument/2006/relationships/slideLayout" Target="../slideLayouts/slideLayout80.xml"/><Relationship Id="rId8" Type="http://schemas.openxmlformats.org/officeDocument/2006/relationships/slideLayout" Target="../slideLayouts/slideLayout8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.xml"/><Relationship Id="rId69" Type="http://schemas.openxmlformats.org/officeDocument/2006/relationships/slideLayout" Target="../slideLayouts/slideLayout69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3" Type="http://schemas.openxmlformats.org/officeDocument/2006/relationships/theme" Target="../theme/theme1.xml"/><Relationship Id="rId122" Type="http://schemas.openxmlformats.org/officeDocument/2006/relationships/slideLayout" Target="../slideLayouts/slideLayout122.xml"/><Relationship Id="rId121" Type="http://schemas.openxmlformats.org/officeDocument/2006/relationships/slideLayout" Target="../slideLayouts/slideLayout121.xml"/><Relationship Id="rId120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.xml"/><Relationship Id="rId119" Type="http://schemas.openxmlformats.org/officeDocument/2006/relationships/slideLayout" Target="../slideLayouts/slideLayout119.xml"/><Relationship Id="rId118" Type="http://schemas.openxmlformats.org/officeDocument/2006/relationships/slideLayout" Target="../slideLayouts/slideLayout118.xml"/><Relationship Id="rId117" Type="http://schemas.openxmlformats.org/officeDocument/2006/relationships/slideLayout" Target="../slideLayouts/slideLayout117.xml"/><Relationship Id="rId116" Type="http://schemas.openxmlformats.org/officeDocument/2006/relationships/slideLayout" Target="../slideLayouts/slideLayout116.xml"/><Relationship Id="rId115" Type="http://schemas.openxmlformats.org/officeDocument/2006/relationships/slideLayout" Target="../slideLayouts/slideLayout115.xml"/><Relationship Id="rId114" Type="http://schemas.openxmlformats.org/officeDocument/2006/relationships/slideLayout" Target="../slideLayouts/slideLayout114.xml"/><Relationship Id="rId113" Type="http://schemas.openxmlformats.org/officeDocument/2006/relationships/slideLayout" Target="../slideLayouts/slideLayout113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110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  <p:sldLayoutId id="2147483731" r:id="rId83"/>
    <p:sldLayoutId id="2147483732" r:id="rId84"/>
    <p:sldLayoutId id="2147483733" r:id="rId85"/>
    <p:sldLayoutId id="2147483734" r:id="rId86"/>
    <p:sldLayoutId id="2147483735" r:id="rId87"/>
    <p:sldLayoutId id="2147483736" r:id="rId88"/>
    <p:sldLayoutId id="2147483737" r:id="rId89"/>
    <p:sldLayoutId id="2147483738" r:id="rId90"/>
    <p:sldLayoutId id="2147483739" r:id="rId91"/>
    <p:sldLayoutId id="2147483740" r:id="rId92"/>
    <p:sldLayoutId id="2147483741" r:id="rId93"/>
    <p:sldLayoutId id="2147483742" r:id="rId94"/>
    <p:sldLayoutId id="2147483743" r:id="rId95"/>
    <p:sldLayoutId id="2147483744" r:id="rId96"/>
    <p:sldLayoutId id="2147483745" r:id="rId97"/>
    <p:sldLayoutId id="2147483746" r:id="rId98"/>
    <p:sldLayoutId id="2147483747" r:id="rId99"/>
    <p:sldLayoutId id="2147483748" r:id="rId100"/>
    <p:sldLayoutId id="2147483749" r:id="rId101"/>
    <p:sldLayoutId id="2147483750" r:id="rId102"/>
    <p:sldLayoutId id="2147483751" r:id="rId103"/>
    <p:sldLayoutId id="2147483752" r:id="rId104"/>
    <p:sldLayoutId id="2147483753" r:id="rId105"/>
    <p:sldLayoutId id="2147483754" r:id="rId106"/>
    <p:sldLayoutId id="2147483755" r:id="rId107"/>
    <p:sldLayoutId id="2147483756" r:id="rId108"/>
    <p:sldLayoutId id="2147483757" r:id="rId109"/>
    <p:sldLayoutId id="2147483758" r:id="rId110"/>
    <p:sldLayoutId id="2147483759" r:id="rId111"/>
    <p:sldLayoutId id="2147483760" r:id="rId112"/>
    <p:sldLayoutId id="2147483761" r:id="rId113"/>
    <p:sldLayoutId id="2147483762" r:id="rId114"/>
    <p:sldLayoutId id="2147483763" r:id="rId115"/>
    <p:sldLayoutId id="2147483764" r:id="rId116"/>
    <p:sldLayoutId id="2147483765" r:id="rId117"/>
    <p:sldLayoutId id="2147483766" r:id="rId118"/>
    <p:sldLayoutId id="2147483767" r:id="rId119"/>
    <p:sldLayoutId id="2147483768" r:id="rId120"/>
    <p:sldLayoutId id="2147483769" r:id="rId121"/>
    <p:sldLayoutId id="2147483770" r:id="rId1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0.xml"/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6.xml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6.xml"/><Relationship Id="rId2" Type="http://schemas.openxmlformats.org/officeDocument/2006/relationships/image" Target="../media/image106.png"/><Relationship Id="rId1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5"/>
          <p:cNvSpPr/>
          <p:nvPr/>
        </p:nvSpPr>
        <p:spPr>
          <a:xfrm>
            <a:off x="10535475" y="372725"/>
            <a:ext cx="7131300" cy="8375400"/>
          </a:xfrm>
          <a:prstGeom prst="teardrop">
            <a:avLst>
              <a:gd name="adj" fmla="val 100000"/>
            </a:avLst>
          </a:prstGeom>
          <a:solidFill>
            <a:srgbClr val="CAD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35" name="Google Shape;335;p12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251572" y="8748015"/>
            <a:ext cx="2967199" cy="34454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5"/>
          <p:cNvSpPr txBox="1"/>
          <p:nvPr/>
        </p:nvSpPr>
        <p:spPr>
          <a:xfrm>
            <a:off x="1145400" y="8165325"/>
            <a:ext cx="6865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01820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Restricted - For Student Only</a:t>
            </a:r>
            <a:endParaRPr sz="2200">
              <a:solidFill>
                <a:srgbClr val="101820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pic>
        <p:nvPicPr>
          <p:cNvPr id="337" name="Google Shape;337;p12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2997240">
            <a:off x="2821753" y="369809"/>
            <a:ext cx="2861225" cy="28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2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45400" y="1575362"/>
            <a:ext cx="2809073" cy="94092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5"/>
          <p:cNvSpPr txBox="1"/>
          <p:nvPr>
            <p:ph type="title"/>
          </p:nvPr>
        </p:nvSpPr>
        <p:spPr>
          <a:xfrm>
            <a:off x="1069200" y="2475975"/>
            <a:ext cx="82266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5000">
                <a:solidFill>
                  <a:srgbClr val="101820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Full Stack Developer</a:t>
            </a:r>
            <a:endParaRPr sz="5000">
              <a:solidFill>
                <a:srgbClr val="101820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340" name="Google Shape;340;p125"/>
          <p:cNvSpPr txBox="1"/>
          <p:nvPr/>
        </p:nvSpPr>
        <p:spPr>
          <a:xfrm>
            <a:off x="1209040" y="4069715"/>
            <a:ext cx="8770620" cy="149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1750" rIns="0" bIns="0" anchor="t" anchorCtr="0">
            <a:spAutoFit/>
          </a:bodyPr>
          <a:lstStyle/>
          <a:p>
            <a:pPr marL="12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Judul Mission 		: Mission 4 Basic</a:t>
            </a:r>
            <a:endParaRPr sz="3000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12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Disusun oleh 		: Guntur Aditama - 21032</a:t>
            </a:r>
            <a:endParaRPr lang="en-US" sz="3000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12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Email			: aditamaguntur@gmail.com</a:t>
            </a:r>
            <a:endParaRPr sz="3000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41" name="Google Shape;341;p125"/>
          <p:cNvSpPr/>
          <p:nvPr/>
        </p:nvSpPr>
        <p:spPr>
          <a:xfrm>
            <a:off x="8883300" y="1173300"/>
            <a:ext cx="8226600" cy="822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12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494725" y="943050"/>
            <a:ext cx="1346550" cy="13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25" y="1094105"/>
            <a:ext cx="15591790" cy="8771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 thruBlk="1"/>
      </p:transition>
    </mc:Choice>
    <mc:Fallback>
      <p:transition spd="slow"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12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494725" y="943050"/>
            <a:ext cx="1346550" cy="13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0" y="942975"/>
            <a:ext cx="15494635" cy="8716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 thruBlk="1"/>
      </p:transition>
    </mc:Choice>
    <mc:Fallback>
      <p:transition spd="slow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WPS Presentation</Application>
  <PresentationFormat/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Poppins Light</vt:lpstr>
      <vt:lpstr>Urbanist</vt:lpstr>
      <vt:lpstr>Poppins</vt:lpstr>
      <vt:lpstr>Verdana</vt:lpstr>
      <vt:lpstr>Jost</vt:lpstr>
      <vt:lpstr>Avenir</vt:lpstr>
      <vt:lpstr>Segoe Print</vt:lpstr>
      <vt:lpstr>Inter</vt:lpstr>
      <vt:lpstr>Urbanist SemiBold</vt:lpstr>
      <vt:lpstr>Microsoft YaHei</vt:lpstr>
      <vt:lpstr>Arial Unicode MS</vt:lpstr>
      <vt:lpstr>Office Theme</vt:lpstr>
      <vt:lpstr>Full Stack Developer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Developer</dc:title>
  <dc:creator/>
  <cp:lastModifiedBy>Guntur Aditama</cp:lastModifiedBy>
  <cp:revision>1</cp:revision>
  <dcterms:created xsi:type="dcterms:W3CDTF">2026-10-24T15:20:50Z</dcterms:created>
  <dcterms:modified xsi:type="dcterms:W3CDTF">2026-10-24T15:20:53Z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C05AD488C1F9401EB5CB84ACBEC9A1F4_13</vt:lpwstr>
  </property>
  <property fmtid="{D5CDD505-2E9C-101B-9397-08002B2CF9AE}" pid="3" name="KSOProductBuildVer">
    <vt:lpwstr>1033-12.1.0.29162</vt:lpwstr>
  </property>
</Properties>
</file>